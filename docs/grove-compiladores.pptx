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media/image1.jpeg" ContentType="image/jpeg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media/image2.jpeg" ContentType="image/jpeg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" name="Shape 2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0:00–0:30. Apresentar a Grove como linguagem de programação cujas palavras-chave são cheats de GTA San Andreas. A extensão .cj remete a Carl Johnson. Implementação em Python puro, sem dependências. Inserir oralmente os nomes do grupo, que não constam do repositório.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4" name="Shape 3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0:30–1:30. Abrir um print do jogo com o cheat HESOYAM sendo digitado, se disponível na apresentação ao vivo. A primeira versão usava botões do PS2 como pontuação. A equipe trocou por sintaxe semelhante à de C para que o foco ficasse nos cheats e no compilador, sem digitação de Unicode.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" name="Shape 4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0:00–0:30. Apresentar a Grove como linguagem de programação cujas palavras-chave são cheats de GTA San Andreas. A extensão .cj remete a Carl Johnson. Implementação em Python puro, sem dependências. Inserir oralmente os nomes do grupo, que não constam do repositório.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5" name="Shape 4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1:30–2:30. Mostrar também examples/fatorial.cj. As nove palavras têm relação temática com o efeito dos cheats: KANGAROO sugere repetição, GOODBYECRUELWORLD encerra o laço. O restante da linguagem usa blocos, ponto e vírgula, parênteses e operadores convencionais. Fonte: README.md e docs/tokens.md.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5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1" name="Shape 5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9:30–10:00. Estas são possibilidades para a fase 2; ainda não estão implementadas. Abrir para perguntas. Se a demo falhar por ambiente, executar python -m unittest com Python 3.10+; os 24 testes do repositório passam.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5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5" name="Shape 5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1:30–2:30. Mostrar também examples/fatorial.cj. As nove palavras têm relação temática com o efeito dos cheats: KANGAROO sugere repetição, GOODBYECRUELWORLD encerra o laço. O restante da linguagem usa blocos, ponto e vírgula, parênteses e operadores convencionais. Fonte: README.md e docs/tokens.md.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6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3" name="Shape 6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9:30–10:00. Estas são possibilidades para a fase 2; ainda não estão implementadas. Abrir para perguntas. Se a demo falhar por ambiente, executar python -m unittest com Python 3.10+; os 24 testes do repositório passam.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6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8" name="Shape 6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9:30–10:00. Estas são possibilidades para a fase 2; ainda não estão implementadas. Abrir para perguntas. Se a demo falhar por ambiente, executar python -m unittest com Python 3.10+; os 24 testes do repositório passam.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4" name="Shape 7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1:30–2:30. Mostrar também examples/fatorial.cj. As nove palavras têm relação temática com o efeito dos cheats: KANGAROO sugere repetição, GOODBYECRUELWORLD encerra o laço. O restante da linguagem usa blocos, ponto e vírgula, parênteses e operadores convencionais. Fonte: README.md e docs/tokens.md.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2" name="Shape 8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9:30–10:00. Estas são possibilidades para a fase 2; ainda não estão implementadas. Abrir para perguntas. Se a demo falhar por ambiente, executar python -m unittest com Python 3.10+; os 24 testes do repositório passam.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úmero do Slid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Texto do Título</a:t>
            </a:r>
          </a:p>
        </p:txBody>
      </p:sp>
      <p:sp>
        <p:nvSpPr>
          <p:cNvPr id="3" name="Nível de Corpo Um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/>
          <p:nvPr>
            <p:ph type="sldNum" sz="quarter" idx="2"/>
          </p:nvPr>
        </p:nvSpPr>
        <p:spPr>
          <a:xfrm>
            <a:off x="8463946" y="6221731"/>
            <a:ext cx="273654" cy="269239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.tif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tif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tif"/><Relationship Id="rId4" Type="http://schemas.openxmlformats.org/officeDocument/2006/relationships/image" Target="../media/image4.tif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e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tif"/><Relationship Id="rId4" Type="http://schemas.openxmlformats.org/officeDocument/2006/relationships/image" Target="../media/image6.tif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72A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Uma linguagem .cj inspirada nos cheats…"/>
          <p:cNvSpPr txBox="1"/>
          <p:nvPr/>
        </p:nvSpPr>
        <p:spPr>
          <a:xfrm>
            <a:off x="760094" y="3333751"/>
            <a:ext cx="10290811" cy="817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Uma linguagem .cj inspirada nos cheats </a:t>
            </a:r>
          </a:p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de GTA San Andreas</a:t>
            </a:r>
          </a:p>
        </p:txBody>
      </p:sp>
      <p:sp>
        <p:nvSpPr>
          <p:cNvPr id="21" name="Projeto de Compiladores  ·  Python 3.10+…"/>
          <p:cNvSpPr txBox="1"/>
          <p:nvPr/>
        </p:nvSpPr>
        <p:spPr>
          <a:xfrm>
            <a:off x="760094" y="5619751"/>
            <a:ext cx="9433561" cy="5419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Projeto de Compiladores  ·  Python 3.10+</a:t>
            </a:r>
          </a:p>
          <a:p>
            <a:pPr>
              <a:defRPr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Gabriel Lacerda, Gabriel Mendonça e Fernando Mendonça</a:t>
            </a:r>
          </a:p>
        </p:txBody>
      </p:sp>
      <p:pic>
        <p:nvPicPr>
          <p:cNvPr id="22" name="image.png" descr="image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5"/>
          <a:stretch>
            <a:fillRect/>
          </a:stretch>
        </p:blipFill>
        <p:spPr>
          <a:xfrm>
            <a:off x="68023" y="1090624"/>
            <a:ext cx="8230320" cy="24689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" y="767"/>
                </a:lnTo>
                <a:lnTo>
                  <a:pt x="4" y="1538"/>
                </a:lnTo>
                <a:lnTo>
                  <a:pt x="41" y="1191"/>
                </a:lnTo>
                <a:cubicBezTo>
                  <a:pt x="87" y="750"/>
                  <a:pt x="226" y="291"/>
                  <a:pt x="358" y="135"/>
                </a:cubicBezTo>
                <a:lnTo>
                  <a:pt x="461" y="14"/>
                </a:lnTo>
                <a:lnTo>
                  <a:pt x="231" y="7"/>
                </a:lnTo>
                <a:lnTo>
                  <a:pt x="0" y="0"/>
                </a:lnTo>
                <a:close/>
                <a:moveTo>
                  <a:pt x="21600" y="0"/>
                </a:moveTo>
                <a:lnTo>
                  <a:pt x="21369" y="7"/>
                </a:lnTo>
                <a:lnTo>
                  <a:pt x="21138" y="14"/>
                </a:lnTo>
                <a:lnTo>
                  <a:pt x="21242" y="135"/>
                </a:lnTo>
                <a:cubicBezTo>
                  <a:pt x="21375" y="292"/>
                  <a:pt x="21518" y="768"/>
                  <a:pt x="21555" y="1177"/>
                </a:cubicBezTo>
                <a:cubicBezTo>
                  <a:pt x="21571" y="1353"/>
                  <a:pt x="21587" y="1496"/>
                  <a:pt x="21592" y="1496"/>
                </a:cubicBezTo>
                <a:cubicBezTo>
                  <a:pt x="21596" y="1496"/>
                  <a:pt x="21600" y="1162"/>
                  <a:pt x="21600" y="750"/>
                </a:cubicBezTo>
                <a:lnTo>
                  <a:pt x="21600" y="0"/>
                </a:lnTo>
                <a:close/>
                <a:moveTo>
                  <a:pt x="3631" y="4090"/>
                </a:moveTo>
                <a:cubicBezTo>
                  <a:pt x="3261" y="4063"/>
                  <a:pt x="3072" y="4115"/>
                  <a:pt x="3023" y="4250"/>
                </a:cubicBezTo>
                <a:cubicBezTo>
                  <a:pt x="3005" y="4297"/>
                  <a:pt x="2986" y="4314"/>
                  <a:pt x="2978" y="4288"/>
                </a:cubicBezTo>
                <a:cubicBezTo>
                  <a:pt x="2937" y="4153"/>
                  <a:pt x="2437" y="5006"/>
                  <a:pt x="2391" y="5288"/>
                </a:cubicBezTo>
                <a:cubicBezTo>
                  <a:pt x="2378" y="5374"/>
                  <a:pt x="2357" y="5425"/>
                  <a:pt x="2346" y="5403"/>
                </a:cubicBezTo>
                <a:cubicBezTo>
                  <a:pt x="2300" y="5308"/>
                  <a:pt x="1919" y="6945"/>
                  <a:pt x="1919" y="7236"/>
                </a:cubicBezTo>
                <a:cubicBezTo>
                  <a:pt x="1919" y="7281"/>
                  <a:pt x="1865" y="7446"/>
                  <a:pt x="1801" y="7604"/>
                </a:cubicBezTo>
                <a:cubicBezTo>
                  <a:pt x="1736" y="7762"/>
                  <a:pt x="1652" y="8026"/>
                  <a:pt x="1612" y="8191"/>
                </a:cubicBezTo>
                <a:cubicBezTo>
                  <a:pt x="1535" y="8517"/>
                  <a:pt x="1417" y="9255"/>
                  <a:pt x="1426" y="9357"/>
                </a:cubicBezTo>
                <a:cubicBezTo>
                  <a:pt x="1429" y="9393"/>
                  <a:pt x="1416" y="9509"/>
                  <a:pt x="1398" y="9618"/>
                </a:cubicBezTo>
                <a:cubicBezTo>
                  <a:pt x="1352" y="9885"/>
                  <a:pt x="1351" y="11238"/>
                  <a:pt x="1397" y="11510"/>
                </a:cubicBezTo>
                <a:cubicBezTo>
                  <a:pt x="1415" y="11618"/>
                  <a:pt x="1432" y="11786"/>
                  <a:pt x="1435" y="11885"/>
                </a:cubicBezTo>
                <a:cubicBezTo>
                  <a:pt x="1450" y="12338"/>
                  <a:pt x="1665" y="13226"/>
                  <a:pt x="1861" y="13649"/>
                </a:cubicBezTo>
                <a:cubicBezTo>
                  <a:pt x="1966" y="13873"/>
                  <a:pt x="2018" y="14044"/>
                  <a:pt x="2036" y="14218"/>
                </a:cubicBezTo>
                <a:cubicBezTo>
                  <a:pt x="2115" y="14970"/>
                  <a:pt x="2332" y="15473"/>
                  <a:pt x="2617" y="15565"/>
                </a:cubicBezTo>
                <a:cubicBezTo>
                  <a:pt x="2806" y="15627"/>
                  <a:pt x="2880" y="15501"/>
                  <a:pt x="2922" y="15045"/>
                </a:cubicBezTo>
                <a:cubicBezTo>
                  <a:pt x="2932" y="14932"/>
                  <a:pt x="2948" y="14924"/>
                  <a:pt x="3036" y="14996"/>
                </a:cubicBezTo>
                <a:cubicBezTo>
                  <a:pt x="3201" y="15130"/>
                  <a:pt x="3200" y="15125"/>
                  <a:pt x="3192" y="16232"/>
                </a:cubicBezTo>
                <a:lnTo>
                  <a:pt x="3185" y="17225"/>
                </a:lnTo>
                <a:lnTo>
                  <a:pt x="2884" y="17267"/>
                </a:lnTo>
                <a:cubicBezTo>
                  <a:pt x="2556" y="17310"/>
                  <a:pt x="2523" y="17352"/>
                  <a:pt x="2498" y="17781"/>
                </a:cubicBezTo>
                <a:cubicBezTo>
                  <a:pt x="2487" y="17955"/>
                  <a:pt x="2497" y="18074"/>
                  <a:pt x="2535" y="18236"/>
                </a:cubicBezTo>
                <a:lnTo>
                  <a:pt x="2586" y="18454"/>
                </a:lnTo>
                <a:lnTo>
                  <a:pt x="2977" y="18444"/>
                </a:lnTo>
                <a:cubicBezTo>
                  <a:pt x="3191" y="18438"/>
                  <a:pt x="3373" y="18453"/>
                  <a:pt x="3381" y="18479"/>
                </a:cubicBezTo>
                <a:cubicBezTo>
                  <a:pt x="3399" y="18539"/>
                  <a:pt x="3446" y="18539"/>
                  <a:pt x="3464" y="18479"/>
                </a:cubicBezTo>
                <a:cubicBezTo>
                  <a:pt x="3472" y="18453"/>
                  <a:pt x="3651" y="18438"/>
                  <a:pt x="3862" y="18444"/>
                </a:cubicBezTo>
                <a:cubicBezTo>
                  <a:pt x="4228" y="18454"/>
                  <a:pt x="4248" y="18448"/>
                  <a:pt x="4302" y="18281"/>
                </a:cubicBezTo>
                <a:cubicBezTo>
                  <a:pt x="4370" y="18068"/>
                  <a:pt x="4375" y="17743"/>
                  <a:pt x="4313" y="17489"/>
                </a:cubicBezTo>
                <a:cubicBezTo>
                  <a:pt x="4271" y="17316"/>
                  <a:pt x="4247" y="17303"/>
                  <a:pt x="3976" y="17267"/>
                </a:cubicBezTo>
                <a:lnTo>
                  <a:pt x="3683" y="17225"/>
                </a:lnTo>
                <a:lnTo>
                  <a:pt x="3683" y="16166"/>
                </a:lnTo>
                <a:lnTo>
                  <a:pt x="3683" y="15107"/>
                </a:lnTo>
                <a:lnTo>
                  <a:pt x="3765" y="15034"/>
                </a:lnTo>
                <a:cubicBezTo>
                  <a:pt x="3811" y="14995"/>
                  <a:pt x="3862" y="14929"/>
                  <a:pt x="3878" y="14885"/>
                </a:cubicBezTo>
                <a:cubicBezTo>
                  <a:pt x="3899" y="14827"/>
                  <a:pt x="3911" y="14845"/>
                  <a:pt x="3921" y="14951"/>
                </a:cubicBezTo>
                <a:cubicBezTo>
                  <a:pt x="3980" y="15566"/>
                  <a:pt x="4035" y="15659"/>
                  <a:pt x="4268" y="15545"/>
                </a:cubicBezTo>
                <a:cubicBezTo>
                  <a:pt x="4551" y="15406"/>
                  <a:pt x="4736" y="14957"/>
                  <a:pt x="4807" y="14239"/>
                </a:cubicBezTo>
                <a:cubicBezTo>
                  <a:pt x="4825" y="14056"/>
                  <a:pt x="4875" y="13894"/>
                  <a:pt x="4987" y="13649"/>
                </a:cubicBezTo>
                <a:cubicBezTo>
                  <a:pt x="5178" y="13231"/>
                  <a:pt x="5376" y="12430"/>
                  <a:pt x="5388" y="12024"/>
                </a:cubicBezTo>
                <a:cubicBezTo>
                  <a:pt x="5389" y="11981"/>
                  <a:pt x="5403" y="11870"/>
                  <a:pt x="5418" y="11777"/>
                </a:cubicBezTo>
                <a:cubicBezTo>
                  <a:pt x="5460" y="11524"/>
                  <a:pt x="5504" y="10528"/>
                  <a:pt x="5484" y="10274"/>
                </a:cubicBezTo>
                <a:cubicBezTo>
                  <a:pt x="5474" y="10151"/>
                  <a:pt x="5463" y="9917"/>
                  <a:pt x="5459" y="9753"/>
                </a:cubicBezTo>
                <a:cubicBezTo>
                  <a:pt x="5455" y="9589"/>
                  <a:pt x="5416" y="9223"/>
                  <a:pt x="5372" y="8937"/>
                </a:cubicBezTo>
                <a:cubicBezTo>
                  <a:pt x="5297" y="8435"/>
                  <a:pt x="5130" y="7713"/>
                  <a:pt x="5096" y="7746"/>
                </a:cubicBezTo>
                <a:cubicBezTo>
                  <a:pt x="5066" y="7776"/>
                  <a:pt x="4957" y="7372"/>
                  <a:pt x="4907" y="7045"/>
                </a:cubicBezTo>
                <a:cubicBezTo>
                  <a:pt x="4879" y="6865"/>
                  <a:pt x="4837" y="6653"/>
                  <a:pt x="4814" y="6576"/>
                </a:cubicBezTo>
                <a:cubicBezTo>
                  <a:pt x="4791" y="6499"/>
                  <a:pt x="4772" y="6407"/>
                  <a:pt x="4772" y="6371"/>
                </a:cubicBezTo>
                <a:cubicBezTo>
                  <a:pt x="4772" y="6117"/>
                  <a:pt x="4311" y="4750"/>
                  <a:pt x="4260" y="4854"/>
                </a:cubicBezTo>
                <a:cubicBezTo>
                  <a:pt x="4248" y="4878"/>
                  <a:pt x="4233" y="4843"/>
                  <a:pt x="4226" y="4778"/>
                </a:cubicBezTo>
                <a:cubicBezTo>
                  <a:pt x="4204" y="4588"/>
                  <a:pt x="3783" y="4101"/>
                  <a:pt x="3631" y="4090"/>
                </a:cubicBezTo>
                <a:close/>
                <a:moveTo>
                  <a:pt x="7267" y="5128"/>
                </a:moveTo>
                <a:cubicBezTo>
                  <a:pt x="7204" y="5124"/>
                  <a:pt x="7133" y="5129"/>
                  <a:pt x="7049" y="5142"/>
                </a:cubicBezTo>
                <a:cubicBezTo>
                  <a:pt x="6754" y="5189"/>
                  <a:pt x="6590" y="5417"/>
                  <a:pt x="6434" y="5996"/>
                </a:cubicBezTo>
                <a:cubicBezTo>
                  <a:pt x="6281" y="6560"/>
                  <a:pt x="6218" y="7189"/>
                  <a:pt x="6220" y="8121"/>
                </a:cubicBezTo>
                <a:cubicBezTo>
                  <a:pt x="6222" y="8972"/>
                  <a:pt x="6269" y="9488"/>
                  <a:pt x="6403" y="10090"/>
                </a:cubicBezTo>
                <a:cubicBezTo>
                  <a:pt x="6481" y="10446"/>
                  <a:pt x="6666" y="10847"/>
                  <a:pt x="6808" y="10968"/>
                </a:cubicBezTo>
                <a:cubicBezTo>
                  <a:pt x="6848" y="11003"/>
                  <a:pt x="7021" y="11020"/>
                  <a:pt x="7193" y="11010"/>
                </a:cubicBezTo>
                <a:lnTo>
                  <a:pt x="7506" y="10993"/>
                </a:lnTo>
                <a:lnTo>
                  <a:pt x="7738" y="10600"/>
                </a:lnTo>
                <a:lnTo>
                  <a:pt x="7970" y="10208"/>
                </a:lnTo>
                <a:lnTo>
                  <a:pt x="7976" y="8927"/>
                </a:lnTo>
                <a:lnTo>
                  <a:pt x="7983" y="7646"/>
                </a:lnTo>
                <a:lnTo>
                  <a:pt x="7556" y="7646"/>
                </a:lnTo>
                <a:lnTo>
                  <a:pt x="7128" y="7646"/>
                </a:lnTo>
                <a:lnTo>
                  <a:pt x="7128" y="8274"/>
                </a:lnTo>
                <a:lnTo>
                  <a:pt x="7128" y="8902"/>
                </a:lnTo>
                <a:lnTo>
                  <a:pt x="7300" y="8923"/>
                </a:lnTo>
                <a:cubicBezTo>
                  <a:pt x="7468" y="8946"/>
                  <a:pt x="7472" y="8953"/>
                  <a:pt x="7479" y="9166"/>
                </a:cubicBezTo>
                <a:cubicBezTo>
                  <a:pt x="7486" y="9356"/>
                  <a:pt x="7474" y="9403"/>
                  <a:pt x="7385" y="9538"/>
                </a:cubicBezTo>
                <a:cubicBezTo>
                  <a:pt x="7257" y="9731"/>
                  <a:pt x="7072" y="9741"/>
                  <a:pt x="6965" y="9559"/>
                </a:cubicBezTo>
                <a:cubicBezTo>
                  <a:pt x="6741" y="9179"/>
                  <a:pt x="6704" y="7426"/>
                  <a:pt x="6906" y="6774"/>
                </a:cubicBezTo>
                <a:cubicBezTo>
                  <a:pt x="6982" y="6529"/>
                  <a:pt x="7001" y="6503"/>
                  <a:pt x="7132" y="6503"/>
                </a:cubicBezTo>
                <a:cubicBezTo>
                  <a:pt x="7266" y="6503"/>
                  <a:pt x="7279" y="6519"/>
                  <a:pt x="7356" y="6798"/>
                </a:cubicBezTo>
                <a:cubicBezTo>
                  <a:pt x="7449" y="7136"/>
                  <a:pt x="7464" y="7143"/>
                  <a:pt x="7745" y="6948"/>
                </a:cubicBezTo>
                <a:cubicBezTo>
                  <a:pt x="7935" y="6816"/>
                  <a:pt x="7946" y="6798"/>
                  <a:pt x="7940" y="6618"/>
                </a:cubicBezTo>
                <a:cubicBezTo>
                  <a:pt x="7928" y="6252"/>
                  <a:pt x="7807" y="5726"/>
                  <a:pt x="7676" y="5465"/>
                </a:cubicBezTo>
                <a:cubicBezTo>
                  <a:pt x="7563" y="5239"/>
                  <a:pt x="7455" y="5141"/>
                  <a:pt x="7267" y="5128"/>
                </a:cubicBezTo>
                <a:close/>
                <a:moveTo>
                  <a:pt x="11014" y="5167"/>
                </a:moveTo>
                <a:cubicBezTo>
                  <a:pt x="10743" y="5164"/>
                  <a:pt x="10705" y="5182"/>
                  <a:pt x="10586" y="5368"/>
                </a:cubicBezTo>
                <a:cubicBezTo>
                  <a:pt x="10256" y="5885"/>
                  <a:pt x="10113" y="6723"/>
                  <a:pt x="10114" y="8118"/>
                </a:cubicBezTo>
                <a:cubicBezTo>
                  <a:pt x="10114" y="9101"/>
                  <a:pt x="10174" y="9652"/>
                  <a:pt x="10348" y="10274"/>
                </a:cubicBezTo>
                <a:cubicBezTo>
                  <a:pt x="10439" y="10601"/>
                  <a:pt x="10522" y="10768"/>
                  <a:pt x="10670" y="10930"/>
                </a:cubicBezTo>
                <a:cubicBezTo>
                  <a:pt x="10732" y="10998"/>
                  <a:pt x="10864" y="11029"/>
                  <a:pt x="11049" y="11017"/>
                </a:cubicBezTo>
                <a:cubicBezTo>
                  <a:pt x="11326" y="10999"/>
                  <a:pt x="11336" y="10990"/>
                  <a:pt x="11486" y="10715"/>
                </a:cubicBezTo>
                <a:cubicBezTo>
                  <a:pt x="11667" y="10384"/>
                  <a:pt x="11792" y="9889"/>
                  <a:pt x="11848" y="9281"/>
                </a:cubicBezTo>
                <a:cubicBezTo>
                  <a:pt x="12002" y="7585"/>
                  <a:pt x="11836" y="5982"/>
                  <a:pt x="11442" y="5375"/>
                </a:cubicBezTo>
                <a:cubicBezTo>
                  <a:pt x="11322" y="5190"/>
                  <a:pt x="11281" y="5169"/>
                  <a:pt x="11014" y="5167"/>
                </a:cubicBezTo>
                <a:close/>
                <a:moveTo>
                  <a:pt x="8313" y="5205"/>
                </a:moveTo>
                <a:lnTo>
                  <a:pt x="8313" y="8080"/>
                </a:lnTo>
                <a:lnTo>
                  <a:pt x="8313" y="10958"/>
                </a:lnTo>
                <a:lnTo>
                  <a:pt x="8597" y="10958"/>
                </a:lnTo>
                <a:lnTo>
                  <a:pt x="8881" y="10958"/>
                </a:lnTo>
                <a:lnTo>
                  <a:pt x="8881" y="9850"/>
                </a:lnTo>
                <a:cubicBezTo>
                  <a:pt x="8881" y="8935"/>
                  <a:pt x="8887" y="8739"/>
                  <a:pt x="8917" y="8701"/>
                </a:cubicBezTo>
                <a:cubicBezTo>
                  <a:pt x="8986" y="8613"/>
                  <a:pt x="9057" y="8887"/>
                  <a:pt x="9225" y="9899"/>
                </a:cubicBezTo>
                <a:lnTo>
                  <a:pt x="9395" y="10920"/>
                </a:lnTo>
                <a:lnTo>
                  <a:pt x="9706" y="10941"/>
                </a:lnTo>
                <a:cubicBezTo>
                  <a:pt x="9878" y="10953"/>
                  <a:pt x="10019" y="10943"/>
                  <a:pt x="10019" y="10920"/>
                </a:cubicBezTo>
                <a:cubicBezTo>
                  <a:pt x="10019" y="10742"/>
                  <a:pt x="9737" y="9066"/>
                  <a:pt x="9661" y="8791"/>
                </a:cubicBezTo>
                <a:lnTo>
                  <a:pt x="9565" y="8444"/>
                </a:lnTo>
                <a:lnTo>
                  <a:pt x="9663" y="8229"/>
                </a:lnTo>
                <a:cubicBezTo>
                  <a:pt x="9810" y="7903"/>
                  <a:pt x="9876" y="7472"/>
                  <a:pt x="9876" y="6826"/>
                </a:cubicBezTo>
                <a:cubicBezTo>
                  <a:pt x="9876" y="6239"/>
                  <a:pt x="9858" y="6074"/>
                  <a:pt x="9750" y="5694"/>
                </a:cubicBezTo>
                <a:cubicBezTo>
                  <a:pt x="9628" y="5265"/>
                  <a:pt x="9518" y="5205"/>
                  <a:pt x="8877" y="5205"/>
                </a:cubicBezTo>
                <a:lnTo>
                  <a:pt x="8313" y="5205"/>
                </a:lnTo>
                <a:close/>
                <a:moveTo>
                  <a:pt x="13246" y="5205"/>
                </a:moveTo>
                <a:lnTo>
                  <a:pt x="13207" y="5618"/>
                </a:lnTo>
                <a:cubicBezTo>
                  <a:pt x="13186" y="5846"/>
                  <a:pt x="13112" y="6651"/>
                  <a:pt x="13042" y="7409"/>
                </a:cubicBezTo>
                <a:cubicBezTo>
                  <a:pt x="12960" y="8307"/>
                  <a:pt x="12904" y="8791"/>
                  <a:pt x="12883" y="8791"/>
                </a:cubicBezTo>
                <a:cubicBezTo>
                  <a:pt x="12863" y="8791"/>
                  <a:pt x="12815" y="8402"/>
                  <a:pt x="12752" y="7725"/>
                </a:cubicBezTo>
                <a:cubicBezTo>
                  <a:pt x="12697" y="7140"/>
                  <a:pt x="12621" y="6341"/>
                  <a:pt x="12583" y="5951"/>
                </a:cubicBezTo>
                <a:lnTo>
                  <a:pt x="12514" y="5243"/>
                </a:lnTo>
                <a:lnTo>
                  <a:pt x="12226" y="5222"/>
                </a:lnTo>
                <a:cubicBezTo>
                  <a:pt x="12064" y="5210"/>
                  <a:pt x="11936" y="5231"/>
                  <a:pt x="11936" y="5271"/>
                </a:cubicBezTo>
                <a:cubicBezTo>
                  <a:pt x="11936" y="5310"/>
                  <a:pt x="11968" y="5604"/>
                  <a:pt x="12006" y="5923"/>
                </a:cubicBezTo>
                <a:cubicBezTo>
                  <a:pt x="12044" y="6243"/>
                  <a:pt x="12114" y="6858"/>
                  <a:pt x="12162" y="7291"/>
                </a:cubicBezTo>
                <a:cubicBezTo>
                  <a:pt x="12210" y="7725"/>
                  <a:pt x="12285" y="8381"/>
                  <a:pt x="12327" y="8750"/>
                </a:cubicBezTo>
                <a:cubicBezTo>
                  <a:pt x="12369" y="9118"/>
                  <a:pt x="12443" y="9768"/>
                  <a:pt x="12492" y="10191"/>
                </a:cubicBezTo>
                <a:lnTo>
                  <a:pt x="12580" y="10958"/>
                </a:lnTo>
                <a:lnTo>
                  <a:pt x="12881" y="10958"/>
                </a:lnTo>
                <a:lnTo>
                  <a:pt x="13182" y="10958"/>
                </a:lnTo>
                <a:lnTo>
                  <a:pt x="13214" y="10663"/>
                </a:lnTo>
                <a:cubicBezTo>
                  <a:pt x="13232" y="10500"/>
                  <a:pt x="13366" y="9284"/>
                  <a:pt x="13512" y="7962"/>
                </a:cubicBezTo>
                <a:cubicBezTo>
                  <a:pt x="13659" y="6639"/>
                  <a:pt x="13785" y="5479"/>
                  <a:pt x="13795" y="5382"/>
                </a:cubicBezTo>
                <a:cubicBezTo>
                  <a:pt x="13811" y="5205"/>
                  <a:pt x="13811" y="5205"/>
                  <a:pt x="13529" y="5205"/>
                </a:cubicBezTo>
                <a:lnTo>
                  <a:pt x="13246" y="5205"/>
                </a:lnTo>
                <a:close/>
                <a:moveTo>
                  <a:pt x="13998" y="5205"/>
                </a:moveTo>
                <a:lnTo>
                  <a:pt x="13998" y="8080"/>
                </a:lnTo>
                <a:lnTo>
                  <a:pt x="13998" y="10958"/>
                </a:lnTo>
                <a:lnTo>
                  <a:pt x="14732" y="10958"/>
                </a:lnTo>
                <a:lnTo>
                  <a:pt x="15465" y="10958"/>
                </a:lnTo>
                <a:lnTo>
                  <a:pt x="15465" y="10291"/>
                </a:lnTo>
                <a:lnTo>
                  <a:pt x="15465" y="9621"/>
                </a:lnTo>
                <a:lnTo>
                  <a:pt x="15021" y="9600"/>
                </a:lnTo>
                <a:lnTo>
                  <a:pt x="14578" y="9580"/>
                </a:lnTo>
                <a:lnTo>
                  <a:pt x="14578" y="9107"/>
                </a:lnTo>
                <a:lnTo>
                  <a:pt x="14578" y="8632"/>
                </a:lnTo>
                <a:lnTo>
                  <a:pt x="14980" y="8593"/>
                </a:lnTo>
                <a:lnTo>
                  <a:pt x="15383" y="8555"/>
                </a:lnTo>
                <a:lnTo>
                  <a:pt x="15383" y="7962"/>
                </a:lnTo>
                <a:lnTo>
                  <a:pt x="15383" y="7371"/>
                </a:lnTo>
                <a:lnTo>
                  <a:pt x="14980" y="7333"/>
                </a:lnTo>
                <a:lnTo>
                  <a:pt x="14578" y="7291"/>
                </a:lnTo>
                <a:lnTo>
                  <a:pt x="14578" y="6937"/>
                </a:lnTo>
                <a:lnTo>
                  <a:pt x="14578" y="6583"/>
                </a:lnTo>
                <a:lnTo>
                  <a:pt x="15010" y="6562"/>
                </a:lnTo>
                <a:lnTo>
                  <a:pt x="15442" y="6541"/>
                </a:lnTo>
                <a:lnTo>
                  <a:pt x="15442" y="5871"/>
                </a:lnTo>
                <a:lnTo>
                  <a:pt x="15442" y="5205"/>
                </a:lnTo>
                <a:lnTo>
                  <a:pt x="14719" y="5205"/>
                </a:lnTo>
                <a:lnTo>
                  <a:pt x="13998" y="5205"/>
                </a:lnTo>
                <a:close/>
                <a:moveTo>
                  <a:pt x="6797" y="13166"/>
                </a:moveTo>
                <a:lnTo>
                  <a:pt x="6797" y="13954"/>
                </a:lnTo>
                <a:lnTo>
                  <a:pt x="6797" y="14743"/>
                </a:lnTo>
                <a:lnTo>
                  <a:pt x="6857" y="14743"/>
                </a:lnTo>
                <a:lnTo>
                  <a:pt x="6916" y="14743"/>
                </a:lnTo>
                <a:lnTo>
                  <a:pt x="6916" y="13954"/>
                </a:lnTo>
                <a:lnTo>
                  <a:pt x="6916" y="13166"/>
                </a:lnTo>
                <a:lnTo>
                  <a:pt x="6857" y="13166"/>
                </a:lnTo>
                <a:lnTo>
                  <a:pt x="6797" y="13166"/>
                </a:lnTo>
                <a:close/>
                <a:moveTo>
                  <a:pt x="7111" y="13166"/>
                </a:moveTo>
                <a:cubicBezTo>
                  <a:pt x="7059" y="13165"/>
                  <a:pt x="7058" y="13189"/>
                  <a:pt x="7058" y="13954"/>
                </a:cubicBezTo>
                <a:lnTo>
                  <a:pt x="7058" y="14743"/>
                </a:lnTo>
                <a:lnTo>
                  <a:pt x="7117" y="14743"/>
                </a:lnTo>
                <a:cubicBezTo>
                  <a:pt x="7167" y="14743"/>
                  <a:pt x="7176" y="14705"/>
                  <a:pt x="7176" y="14510"/>
                </a:cubicBezTo>
                <a:cubicBezTo>
                  <a:pt x="7176" y="14170"/>
                  <a:pt x="7212" y="14155"/>
                  <a:pt x="7268" y="14468"/>
                </a:cubicBezTo>
                <a:cubicBezTo>
                  <a:pt x="7303" y="14668"/>
                  <a:pt x="7333" y="14743"/>
                  <a:pt x="7376" y="14743"/>
                </a:cubicBezTo>
                <a:lnTo>
                  <a:pt x="7437" y="14743"/>
                </a:lnTo>
                <a:lnTo>
                  <a:pt x="7437" y="13954"/>
                </a:lnTo>
                <a:lnTo>
                  <a:pt x="7437" y="13166"/>
                </a:lnTo>
                <a:lnTo>
                  <a:pt x="7377" y="13166"/>
                </a:lnTo>
                <a:cubicBezTo>
                  <a:pt x="7328" y="13166"/>
                  <a:pt x="7318" y="13204"/>
                  <a:pt x="7318" y="13399"/>
                </a:cubicBezTo>
                <a:cubicBezTo>
                  <a:pt x="7318" y="13742"/>
                  <a:pt x="7279" y="13758"/>
                  <a:pt x="7218" y="13444"/>
                </a:cubicBezTo>
                <a:cubicBezTo>
                  <a:pt x="7183" y="13263"/>
                  <a:pt x="7146" y="13167"/>
                  <a:pt x="7111" y="13166"/>
                </a:cubicBezTo>
                <a:close/>
                <a:moveTo>
                  <a:pt x="7803" y="13166"/>
                </a:moveTo>
                <a:cubicBezTo>
                  <a:pt x="7661" y="13166"/>
                  <a:pt x="7579" y="13449"/>
                  <a:pt x="7579" y="13944"/>
                </a:cubicBezTo>
                <a:cubicBezTo>
                  <a:pt x="7580" y="14371"/>
                  <a:pt x="7632" y="14637"/>
                  <a:pt x="7734" y="14736"/>
                </a:cubicBezTo>
                <a:cubicBezTo>
                  <a:pt x="7806" y="14806"/>
                  <a:pt x="7891" y="14774"/>
                  <a:pt x="7965" y="14649"/>
                </a:cubicBezTo>
                <a:cubicBezTo>
                  <a:pt x="8000" y="14589"/>
                  <a:pt x="8006" y="14485"/>
                  <a:pt x="8002" y="14048"/>
                </a:cubicBezTo>
                <a:cubicBezTo>
                  <a:pt x="7997" y="13376"/>
                  <a:pt x="7949" y="13166"/>
                  <a:pt x="7803" y="13166"/>
                </a:cubicBezTo>
                <a:close/>
                <a:moveTo>
                  <a:pt x="8207" y="13166"/>
                </a:moveTo>
                <a:cubicBezTo>
                  <a:pt x="8149" y="13166"/>
                  <a:pt x="8147" y="13178"/>
                  <a:pt x="8147" y="13750"/>
                </a:cubicBezTo>
                <a:cubicBezTo>
                  <a:pt x="8147" y="14469"/>
                  <a:pt x="8159" y="14576"/>
                  <a:pt x="8251" y="14708"/>
                </a:cubicBezTo>
                <a:cubicBezTo>
                  <a:pt x="8333" y="14824"/>
                  <a:pt x="8422" y="14782"/>
                  <a:pt x="8485" y="14600"/>
                </a:cubicBezTo>
                <a:cubicBezTo>
                  <a:pt x="8518" y="14504"/>
                  <a:pt x="8526" y="14351"/>
                  <a:pt x="8526" y="13822"/>
                </a:cubicBezTo>
                <a:cubicBezTo>
                  <a:pt x="8526" y="13173"/>
                  <a:pt x="8525" y="13166"/>
                  <a:pt x="8467" y="13166"/>
                </a:cubicBezTo>
                <a:cubicBezTo>
                  <a:pt x="8409" y="13166"/>
                  <a:pt x="8408" y="13179"/>
                  <a:pt x="8408" y="13760"/>
                </a:cubicBezTo>
                <a:cubicBezTo>
                  <a:pt x="8408" y="14217"/>
                  <a:pt x="8400" y="14364"/>
                  <a:pt x="8372" y="14399"/>
                </a:cubicBezTo>
                <a:cubicBezTo>
                  <a:pt x="8299" y="14492"/>
                  <a:pt x="8266" y="14274"/>
                  <a:pt x="8266" y="13708"/>
                </a:cubicBezTo>
                <a:cubicBezTo>
                  <a:pt x="8266" y="13182"/>
                  <a:pt x="8264" y="13166"/>
                  <a:pt x="8207" y="13166"/>
                </a:cubicBezTo>
                <a:close/>
                <a:moveTo>
                  <a:pt x="9438" y="13166"/>
                </a:moveTo>
                <a:cubicBezTo>
                  <a:pt x="9321" y="13166"/>
                  <a:pt x="9263" y="13287"/>
                  <a:pt x="9222" y="13611"/>
                </a:cubicBezTo>
                <a:cubicBezTo>
                  <a:pt x="9158" y="14120"/>
                  <a:pt x="9221" y="14600"/>
                  <a:pt x="9370" y="14736"/>
                </a:cubicBezTo>
                <a:cubicBezTo>
                  <a:pt x="9433" y="14793"/>
                  <a:pt x="9497" y="14762"/>
                  <a:pt x="9598" y="14625"/>
                </a:cubicBezTo>
                <a:cubicBezTo>
                  <a:pt x="9629" y="14583"/>
                  <a:pt x="9640" y="14477"/>
                  <a:pt x="9640" y="14225"/>
                </a:cubicBezTo>
                <a:cubicBezTo>
                  <a:pt x="9640" y="14037"/>
                  <a:pt x="9628" y="13861"/>
                  <a:pt x="9615" y="13833"/>
                </a:cubicBezTo>
                <a:cubicBezTo>
                  <a:pt x="9598" y="13798"/>
                  <a:pt x="9598" y="13747"/>
                  <a:pt x="9617" y="13673"/>
                </a:cubicBezTo>
                <a:cubicBezTo>
                  <a:pt x="9661" y="13497"/>
                  <a:pt x="9544" y="13166"/>
                  <a:pt x="9438" y="13166"/>
                </a:cubicBezTo>
                <a:close/>
                <a:moveTo>
                  <a:pt x="9781" y="13166"/>
                </a:moveTo>
                <a:lnTo>
                  <a:pt x="9781" y="13958"/>
                </a:lnTo>
                <a:lnTo>
                  <a:pt x="9781" y="14750"/>
                </a:lnTo>
                <a:lnTo>
                  <a:pt x="9965" y="14725"/>
                </a:lnTo>
                <a:cubicBezTo>
                  <a:pt x="10109" y="14707"/>
                  <a:pt x="10149" y="14679"/>
                  <a:pt x="10149" y="14586"/>
                </a:cubicBezTo>
                <a:cubicBezTo>
                  <a:pt x="10149" y="14502"/>
                  <a:pt x="10114" y="14455"/>
                  <a:pt x="10030" y="14427"/>
                </a:cubicBezTo>
                <a:cubicBezTo>
                  <a:pt x="9879" y="14376"/>
                  <a:pt x="9864" y="14170"/>
                  <a:pt x="10006" y="14111"/>
                </a:cubicBezTo>
                <a:cubicBezTo>
                  <a:pt x="10070" y="14084"/>
                  <a:pt x="10103" y="14030"/>
                  <a:pt x="10108" y="13941"/>
                </a:cubicBezTo>
                <a:cubicBezTo>
                  <a:pt x="10114" y="13835"/>
                  <a:pt x="10095" y="13800"/>
                  <a:pt x="10014" y="13781"/>
                </a:cubicBezTo>
                <a:cubicBezTo>
                  <a:pt x="9876" y="13748"/>
                  <a:pt x="9884" y="13606"/>
                  <a:pt x="10024" y="13576"/>
                </a:cubicBezTo>
                <a:cubicBezTo>
                  <a:pt x="10126" y="13554"/>
                  <a:pt x="10137" y="13531"/>
                  <a:pt x="10137" y="13357"/>
                </a:cubicBezTo>
                <a:cubicBezTo>
                  <a:pt x="10137" y="13170"/>
                  <a:pt x="10132" y="13166"/>
                  <a:pt x="9959" y="13166"/>
                </a:cubicBezTo>
                <a:lnTo>
                  <a:pt x="9781" y="13166"/>
                </a:lnTo>
                <a:close/>
                <a:moveTo>
                  <a:pt x="10279" y="13166"/>
                </a:moveTo>
                <a:lnTo>
                  <a:pt x="10279" y="13944"/>
                </a:lnTo>
                <a:lnTo>
                  <a:pt x="10279" y="14722"/>
                </a:lnTo>
                <a:lnTo>
                  <a:pt x="10504" y="14722"/>
                </a:lnTo>
                <a:lnTo>
                  <a:pt x="10729" y="14722"/>
                </a:lnTo>
                <a:lnTo>
                  <a:pt x="10729" y="13944"/>
                </a:lnTo>
                <a:lnTo>
                  <a:pt x="10729" y="13166"/>
                </a:lnTo>
                <a:lnTo>
                  <a:pt x="10647" y="13166"/>
                </a:lnTo>
                <a:cubicBezTo>
                  <a:pt x="10572" y="13166"/>
                  <a:pt x="10564" y="13191"/>
                  <a:pt x="10550" y="13444"/>
                </a:cubicBezTo>
                <a:cubicBezTo>
                  <a:pt x="10541" y="13596"/>
                  <a:pt x="10524" y="13739"/>
                  <a:pt x="10513" y="13763"/>
                </a:cubicBezTo>
                <a:cubicBezTo>
                  <a:pt x="10491" y="13809"/>
                  <a:pt x="10482" y="13746"/>
                  <a:pt x="10458" y="13382"/>
                </a:cubicBezTo>
                <a:cubicBezTo>
                  <a:pt x="10446" y="13196"/>
                  <a:pt x="10432" y="13166"/>
                  <a:pt x="10362" y="13166"/>
                </a:cubicBezTo>
                <a:lnTo>
                  <a:pt x="10279" y="13166"/>
                </a:lnTo>
                <a:close/>
                <a:moveTo>
                  <a:pt x="11600" y="13166"/>
                </a:moveTo>
                <a:cubicBezTo>
                  <a:pt x="11467" y="13166"/>
                  <a:pt x="11392" y="13437"/>
                  <a:pt x="11392" y="13916"/>
                </a:cubicBezTo>
                <a:cubicBezTo>
                  <a:pt x="11392" y="14372"/>
                  <a:pt x="11423" y="14568"/>
                  <a:pt x="11516" y="14697"/>
                </a:cubicBezTo>
                <a:cubicBezTo>
                  <a:pt x="11602" y="14818"/>
                  <a:pt x="11669" y="14777"/>
                  <a:pt x="11742" y="14559"/>
                </a:cubicBezTo>
                <a:cubicBezTo>
                  <a:pt x="11808" y="14359"/>
                  <a:pt x="11809" y="14215"/>
                  <a:pt x="11747" y="14149"/>
                </a:cubicBezTo>
                <a:cubicBezTo>
                  <a:pt x="11713" y="14113"/>
                  <a:pt x="11685" y="14155"/>
                  <a:pt x="11653" y="14284"/>
                </a:cubicBezTo>
                <a:cubicBezTo>
                  <a:pt x="11616" y="14433"/>
                  <a:pt x="11600" y="14448"/>
                  <a:pt x="11566" y="14378"/>
                </a:cubicBezTo>
                <a:cubicBezTo>
                  <a:pt x="11515" y="14275"/>
                  <a:pt x="11495" y="13833"/>
                  <a:pt x="11535" y="13673"/>
                </a:cubicBezTo>
                <a:cubicBezTo>
                  <a:pt x="11571" y="13529"/>
                  <a:pt x="11638" y="13527"/>
                  <a:pt x="11674" y="13670"/>
                </a:cubicBezTo>
                <a:cubicBezTo>
                  <a:pt x="11704" y="13791"/>
                  <a:pt x="11795" y="13749"/>
                  <a:pt x="11795" y="13614"/>
                </a:cubicBezTo>
                <a:cubicBezTo>
                  <a:pt x="11795" y="13406"/>
                  <a:pt x="11690" y="13166"/>
                  <a:pt x="11600" y="13166"/>
                </a:cubicBezTo>
                <a:close/>
                <a:moveTo>
                  <a:pt x="8871" y="13180"/>
                </a:moveTo>
                <a:cubicBezTo>
                  <a:pt x="8813" y="13156"/>
                  <a:pt x="8807" y="13178"/>
                  <a:pt x="8800" y="13465"/>
                </a:cubicBezTo>
                <a:cubicBezTo>
                  <a:pt x="8799" y="13521"/>
                  <a:pt x="8787" y="13590"/>
                  <a:pt x="8773" y="13621"/>
                </a:cubicBezTo>
                <a:cubicBezTo>
                  <a:pt x="8751" y="13670"/>
                  <a:pt x="8645" y="14558"/>
                  <a:pt x="8645" y="14690"/>
                </a:cubicBezTo>
                <a:cubicBezTo>
                  <a:pt x="8645" y="14813"/>
                  <a:pt x="8755" y="14729"/>
                  <a:pt x="8781" y="14586"/>
                </a:cubicBezTo>
                <a:cubicBezTo>
                  <a:pt x="8801" y="14484"/>
                  <a:pt x="8836" y="14427"/>
                  <a:pt x="8884" y="14427"/>
                </a:cubicBezTo>
                <a:cubicBezTo>
                  <a:pt x="8937" y="14427"/>
                  <a:pt x="8960" y="14472"/>
                  <a:pt x="8969" y="14586"/>
                </a:cubicBezTo>
                <a:cubicBezTo>
                  <a:pt x="8980" y="14733"/>
                  <a:pt x="9067" y="14809"/>
                  <a:pt x="9099" y="14701"/>
                </a:cubicBezTo>
                <a:cubicBezTo>
                  <a:pt x="9106" y="14678"/>
                  <a:pt x="9071" y="14330"/>
                  <a:pt x="9022" y="13930"/>
                </a:cubicBezTo>
                <a:cubicBezTo>
                  <a:pt x="8945" y="13303"/>
                  <a:pt x="8924" y="13202"/>
                  <a:pt x="8871" y="13180"/>
                </a:cubicBezTo>
                <a:close/>
                <a:moveTo>
                  <a:pt x="6405" y="13184"/>
                </a:moveTo>
                <a:cubicBezTo>
                  <a:pt x="6392" y="13168"/>
                  <a:pt x="6377" y="13172"/>
                  <a:pt x="6360" y="13194"/>
                </a:cubicBezTo>
                <a:cubicBezTo>
                  <a:pt x="6332" y="13230"/>
                  <a:pt x="6323" y="13386"/>
                  <a:pt x="6323" y="13937"/>
                </a:cubicBezTo>
                <a:cubicBezTo>
                  <a:pt x="6323" y="14321"/>
                  <a:pt x="6330" y="14662"/>
                  <a:pt x="6339" y="14690"/>
                </a:cubicBezTo>
                <a:cubicBezTo>
                  <a:pt x="6348" y="14719"/>
                  <a:pt x="6429" y="14743"/>
                  <a:pt x="6519" y="14743"/>
                </a:cubicBezTo>
                <a:cubicBezTo>
                  <a:pt x="6662" y="14743"/>
                  <a:pt x="6681" y="14724"/>
                  <a:pt x="6674" y="14604"/>
                </a:cubicBezTo>
                <a:cubicBezTo>
                  <a:pt x="6669" y="14508"/>
                  <a:pt x="6638" y="14454"/>
                  <a:pt x="6572" y="14427"/>
                </a:cubicBezTo>
                <a:lnTo>
                  <a:pt x="6478" y="14388"/>
                </a:lnTo>
                <a:lnTo>
                  <a:pt x="6470" y="13861"/>
                </a:lnTo>
                <a:cubicBezTo>
                  <a:pt x="6465" y="13452"/>
                  <a:pt x="6444" y="13232"/>
                  <a:pt x="6405" y="13184"/>
                </a:cubicBezTo>
                <a:close/>
                <a:moveTo>
                  <a:pt x="12129" y="13184"/>
                </a:moveTo>
                <a:cubicBezTo>
                  <a:pt x="12099" y="13203"/>
                  <a:pt x="12089" y="13324"/>
                  <a:pt x="12083" y="13757"/>
                </a:cubicBezTo>
                <a:cubicBezTo>
                  <a:pt x="12076" y="14312"/>
                  <a:pt x="12046" y="14571"/>
                  <a:pt x="12018" y="14322"/>
                </a:cubicBezTo>
                <a:cubicBezTo>
                  <a:pt x="12001" y="14179"/>
                  <a:pt x="11889" y="14137"/>
                  <a:pt x="11889" y="14274"/>
                </a:cubicBezTo>
                <a:cubicBezTo>
                  <a:pt x="11889" y="14440"/>
                  <a:pt x="11941" y="14673"/>
                  <a:pt x="11992" y="14736"/>
                </a:cubicBezTo>
                <a:cubicBezTo>
                  <a:pt x="12050" y="14807"/>
                  <a:pt x="12164" y="14700"/>
                  <a:pt x="12180" y="14559"/>
                </a:cubicBezTo>
                <a:cubicBezTo>
                  <a:pt x="12186" y="14507"/>
                  <a:pt x="12185" y="14172"/>
                  <a:pt x="12179" y="13812"/>
                </a:cubicBezTo>
                <a:cubicBezTo>
                  <a:pt x="12169" y="13264"/>
                  <a:pt x="12161" y="13163"/>
                  <a:pt x="12129" y="13184"/>
                </a:cubicBezTo>
                <a:close/>
                <a:moveTo>
                  <a:pt x="11191" y="14347"/>
                </a:moveTo>
                <a:cubicBezTo>
                  <a:pt x="11143" y="14347"/>
                  <a:pt x="11131" y="14387"/>
                  <a:pt x="11131" y="14545"/>
                </a:cubicBezTo>
                <a:cubicBezTo>
                  <a:pt x="11131" y="14702"/>
                  <a:pt x="11143" y="14743"/>
                  <a:pt x="11191" y="14743"/>
                </a:cubicBezTo>
                <a:cubicBezTo>
                  <a:pt x="11238" y="14743"/>
                  <a:pt x="11250" y="14702"/>
                  <a:pt x="11250" y="14545"/>
                </a:cubicBezTo>
                <a:cubicBezTo>
                  <a:pt x="11250" y="14387"/>
                  <a:pt x="11238" y="14347"/>
                  <a:pt x="11191" y="14347"/>
                </a:cubicBezTo>
                <a:close/>
                <a:moveTo>
                  <a:pt x="12907" y="16260"/>
                </a:moveTo>
                <a:cubicBezTo>
                  <a:pt x="6300" y="16239"/>
                  <a:pt x="6206" y="16242"/>
                  <a:pt x="6206" y="16486"/>
                </a:cubicBezTo>
                <a:cubicBezTo>
                  <a:pt x="6206" y="16519"/>
                  <a:pt x="6222" y="16601"/>
                  <a:pt x="6242" y="16670"/>
                </a:cubicBezTo>
                <a:cubicBezTo>
                  <a:pt x="6276" y="16782"/>
                  <a:pt x="6910" y="16791"/>
                  <a:pt x="12871" y="16791"/>
                </a:cubicBezTo>
                <a:cubicBezTo>
                  <a:pt x="19952" y="16791"/>
                  <a:pt x="19534" y="16817"/>
                  <a:pt x="19512" y="16423"/>
                </a:cubicBezTo>
                <a:cubicBezTo>
                  <a:pt x="19504" y="16287"/>
                  <a:pt x="19234" y="16280"/>
                  <a:pt x="12907" y="16260"/>
                </a:cubicBezTo>
                <a:close/>
                <a:moveTo>
                  <a:pt x="4" y="20065"/>
                </a:moveTo>
                <a:lnTo>
                  <a:pt x="2" y="20833"/>
                </a:lnTo>
                <a:lnTo>
                  <a:pt x="0" y="21600"/>
                </a:lnTo>
                <a:lnTo>
                  <a:pt x="231" y="21597"/>
                </a:lnTo>
                <a:lnTo>
                  <a:pt x="461" y="21590"/>
                </a:lnTo>
                <a:lnTo>
                  <a:pt x="358" y="21468"/>
                </a:lnTo>
                <a:cubicBezTo>
                  <a:pt x="226" y="21312"/>
                  <a:pt x="87" y="20850"/>
                  <a:pt x="41" y="20409"/>
                </a:cubicBezTo>
                <a:lnTo>
                  <a:pt x="4" y="20065"/>
                </a:lnTo>
                <a:close/>
                <a:moveTo>
                  <a:pt x="21596" y="20065"/>
                </a:moveTo>
                <a:lnTo>
                  <a:pt x="21559" y="20409"/>
                </a:lnTo>
                <a:cubicBezTo>
                  <a:pt x="21513" y="20850"/>
                  <a:pt x="21374" y="21312"/>
                  <a:pt x="21242" y="21468"/>
                </a:cubicBezTo>
                <a:lnTo>
                  <a:pt x="21138" y="21590"/>
                </a:lnTo>
                <a:lnTo>
                  <a:pt x="21369" y="21597"/>
                </a:lnTo>
                <a:lnTo>
                  <a:pt x="21600" y="21600"/>
                </a:lnTo>
                <a:lnTo>
                  <a:pt x="21598" y="20833"/>
                </a:lnTo>
                <a:lnTo>
                  <a:pt x="21596" y="20065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23" name="Imagem" descr="Imagem"/>
          <p:cNvPicPr>
            <a:picLocks noChangeAspect="1"/>
          </p:cNvPicPr>
          <p:nvPr/>
        </p:nvPicPr>
        <p:blipFill>
          <a:blip r:embed="rId4">
            <a:extLst/>
          </a:blip>
          <a:srcRect l="8730" t="8147" r="11528" b="10385"/>
          <a:stretch>
            <a:fillRect/>
          </a:stretch>
        </p:blipFill>
        <p:spPr>
          <a:xfrm>
            <a:off x="8473112" y="1932781"/>
            <a:ext cx="3254442" cy="299243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5" h="21534" fill="norm" stroke="1" extrusionOk="0">
                <a:moveTo>
                  <a:pt x="14937" y="0"/>
                </a:moveTo>
                <a:lnTo>
                  <a:pt x="14908" y="463"/>
                </a:lnTo>
                <a:lnTo>
                  <a:pt x="14882" y="928"/>
                </a:lnTo>
                <a:lnTo>
                  <a:pt x="14441" y="997"/>
                </a:lnTo>
                <a:cubicBezTo>
                  <a:pt x="14200" y="1035"/>
                  <a:pt x="13963" y="1105"/>
                  <a:pt x="13916" y="1157"/>
                </a:cubicBezTo>
                <a:cubicBezTo>
                  <a:pt x="13861" y="1216"/>
                  <a:pt x="13742" y="1203"/>
                  <a:pt x="13590" y="1117"/>
                </a:cubicBezTo>
                <a:cubicBezTo>
                  <a:pt x="13240" y="919"/>
                  <a:pt x="8814" y="918"/>
                  <a:pt x="8461" y="1117"/>
                </a:cubicBezTo>
                <a:cubicBezTo>
                  <a:pt x="8251" y="1235"/>
                  <a:pt x="8193" y="1235"/>
                  <a:pt x="8044" y="1117"/>
                </a:cubicBezTo>
                <a:cubicBezTo>
                  <a:pt x="7813" y="933"/>
                  <a:pt x="3270" y="916"/>
                  <a:pt x="2904" y="1097"/>
                </a:cubicBezTo>
                <a:cubicBezTo>
                  <a:pt x="2444" y="1325"/>
                  <a:pt x="2413" y="1535"/>
                  <a:pt x="2413" y="4301"/>
                </a:cubicBezTo>
                <a:lnTo>
                  <a:pt x="2413" y="6846"/>
                </a:lnTo>
                <a:lnTo>
                  <a:pt x="3380" y="6877"/>
                </a:lnTo>
                <a:lnTo>
                  <a:pt x="4349" y="6900"/>
                </a:lnTo>
                <a:lnTo>
                  <a:pt x="4375" y="7537"/>
                </a:lnTo>
                <a:cubicBezTo>
                  <a:pt x="4394" y="7965"/>
                  <a:pt x="4445" y="8198"/>
                  <a:pt x="4532" y="8251"/>
                </a:cubicBezTo>
                <a:cubicBezTo>
                  <a:pt x="4632" y="8312"/>
                  <a:pt x="4664" y="8554"/>
                  <a:pt x="4664" y="9285"/>
                </a:cubicBezTo>
                <a:cubicBezTo>
                  <a:pt x="4664" y="9856"/>
                  <a:pt x="4704" y="10285"/>
                  <a:pt x="4764" y="10350"/>
                </a:cubicBezTo>
                <a:cubicBezTo>
                  <a:pt x="4905" y="10504"/>
                  <a:pt x="4796" y="10643"/>
                  <a:pt x="4483" y="10718"/>
                </a:cubicBezTo>
                <a:cubicBezTo>
                  <a:pt x="4335" y="10753"/>
                  <a:pt x="4135" y="10897"/>
                  <a:pt x="4036" y="11035"/>
                </a:cubicBezTo>
                <a:cubicBezTo>
                  <a:pt x="3870" y="11263"/>
                  <a:pt x="3855" y="11432"/>
                  <a:pt x="3855" y="12932"/>
                </a:cubicBezTo>
                <a:cubicBezTo>
                  <a:pt x="3855" y="13836"/>
                  <a:pt x="3892" y="14683"/>
                  <a:pt x="3939" y="14819"/>
                </a:cubicBezTo>
                <a:cubicBezTo>
                  <a:pt x="4046" y="15125"/>
                  <a:pt x="4464" y="15371"/>
                  <a:pt x="4879" y="15371"/>
                </a:cubicBezTo>
                <a:cubicBezTo>
                  <a:pt x="5261" y="15371"/>
                  <a:pt x="5362" y="15516"/>
                  <a:pt x="5155" y="15765"/>
                </a:cubicBezTo>
                <a:cubicBezTo>
                  <a:pt x="5003" y="15947"/>
                  <a:pt x="4996" y="15945"/>
                  <a:pt x="4640" y="15748"/>
                </a:cubicBezTo>
                <a:lnTo>
                  <a:pt x="4275" y="15548"/>
                </a:lnTo>
                <a:lnTo>
                  <a:pt x="4062" y="15845"/>
                </a:lnTo>
                <a:cubicBezTo>
                  <a:pt x="3944" y="16009"/>
                  <a:pt x="3795" y="16123"/>
                  <a:pt x="3729" y="16096"/>
                </a:cubicBezTo>
                <a:cubicBezTo>
                  <a:pt x="3646" y="16061"/>
                  <a:pt x="3593" y="16171"/>
                  <a:pt x="3558" y="16456"/>
                </a:cubicBezTo>
                <a:cubicBezTo>
                  <a:pt x="3493" y="16980"/>
                  <a:pt x="3361" y="17130"/>
                  <a:pt x="3162" y="16913"/>
                </a:cubicBezTo>
                <a:cubicBezTo>
                  <a:pt x="3024" y="16763"/>
                  <a:pt x="3029" y="16710"/>
                  <a:pt x="3219" y="16145"/>
                </a:cubicBezTo>
                <a:lnTo>
                  <a:pt x="3424" y="15533"/>
                </a:lnTo>
                <a:lnTo>
                  <a:pt x="3209" y="15356"/>
                </a:lnTo>
                <a:cubicBezTo>
                  <a:pt x="3092" y="15257"/>
                  <a:pt x="2897" y="15146"/>
                  <a:pt x="2773" y="15111"/>
                </a:cubicBezTo>
                <a:cubicBezTo>
                  <a:pt x="2649" y="15076"/>
                  <a:pt x="2318" y="14878"/>
                  <a:pt x="2040" y="14674"/>
                </a:cubicBezTo>
                <a:cubicBezTo>
                  <a:pt x="1539" y="14306"/>
                  <a:pt x="1535" y="14305"/>
                  <a:pt x="1352" y="14491"/>
                </a:cubicBezTo>
                <a:cubicBezTo>
                  <a:pt x="973" y="14875"/>
                  <a:pt x="708" y="15340"/>
                  <a:pt x="601" y="15813"/>
                </a:cubicBezTo>
                <a:cubicBezTo>
                  <a:pt x="541" y="16082"/>
                  <a:pt x="409" y="16498"/>
                  <a:pt x="307" y="16741"/>
                </a:cubicBezTo>
                <a:cubicBezTo>
                  <a:pt x="74" y="17295"/>
                  <a:pt x="64" y="18131"/>
                  <a:pt x="286" y="18586"/>
                </a:cubicBezTo>
                <a:cubicBezTo>
                  <a:pt x="443" y="18908"/>
                  <a:pt x="445" y="18917"/>
                  <a:pt x="244" y="19149"/>
                </a:cubicBezTo>
                <a:cubicBezTo>
                  <a:pt x="93" y="19324"/>
                  <a:pt x="29" y="19534"/>
                  <a:pt x="5" y="19949"/>
                </a:cubicBezTo>
                <a:cubicBezTo>
                  <a:pt x="-62" y="21085"/>
                  <a:pt x="491" y="21583"/>
                  <a:pt x="1355" y="21168"/>
                </a:cubicBezTo>
                <a:lnTo>
                  <a:pt x="1772" y="20968"/>
                </a:lnTo>
                <a:lnTo>
                  <a:pt x="2114" y="21251"/>
                </a:lnTo>
                <a:lnTo>
                  <a:pt x="2458" y="21534"/>
                </a:lnTo>
                <a:lnTo>
                  <a:pt x="2954" y="20974"/>
                </a:lnTo>
                <a:cubicBezTo>
                  <a:pt x="3228" y="20665"/>
                  <a:pt x="3517" y="20304"/>
                  <a:pt x="3595" y="20171"/>
                </a:cubicBezTo>
                <a:cubicBezTo>
                  <a:pt x="3733" y="19936"/>
                  <a:pt x="3743" y="19934"/>
                  <a:pt x="3973" y="20097"/>
                </a:cubicBezTo>
                <a:cubicBezTo>
                  <a:pt x="4279" y="20315"/>
                  <a:pt x="4418" y="20310"/>
                  <a:pt x="4619" y="20069"/>
                </a:cubicBezTo>
                <a:cubicBezTo>
                  <a:pt x="4745" y="19917"/>
                  <a:pt x="4850" y="19885"/>
                  <a:pt x="5076" y="19931"/>
                </a:cubicBezTo>
                <a:cubicBezTo>
                  <a:pt x="5329" y="19983"/>
                  <a:pt x="5407" y="19946"/>
                  <a:pt x="5641" y="19663"/>
                </a:cubicBezTo>
                <a:cubicBezTo>
                  <a:pt x="5887" y="19366"/>
                  <a:pt x="5931" y="19348"/>
                  <a:pt x="6108" y="19466"/>
                </a:cubicBezTo>
                <a:cubicBezTo>
                  <a:pt x="6282" y="19582"/>
                  <a:pt x="6330" y="19567"/>
                  <a:pt x="6541" y="19349"/>
                </a:cubicBezTo>
                <a:cubicBezTo>
                  <a:pt x="6754" y="19128"/>
                  <a:pt x="6798" y="19117"/>
                  <a:pt x="6954" y="19243"/>
                </a:cubicBezTo>
                <a:cubicBezTo>
                  <a:pt x="7178" y="19422"/>
                  <a:pt x="7402" y="19420"/>
                  <a:pt x="7539" y="19240"/>
                </a:cubicBezTo>
                <a:cubicBezTo>
                  <a:pt x="7618" y="19137"/>
                  <a:pt x="7705" y="19124"/>
                  <a:pt x="7862" y="19189"/>
                </a:cubicBezTo>
                <a:cubicBezTo>
                  <a:pt x="8033" y="19260"/>
                  <a:pt x="8133" y="19232"/>
                  <a:pt x="8343" y="19040"/>
                </a:cubicBezTo>
                <a:cubicBezTo>
                  <a:pt x="8663" y="18747"/>
                  <a:pt x="8656" y="18746"/>
                  <a:pt x="8986" y="19012"/>
                </a:cubicBezTo>
                <a:lnTo>
                  <a:pt x="9254" y="19223"/>
                </a:lnTo>
                <a:lnTo>
                  <a:pt x="9470" y="19003"/>
                </a:lnTo>
                <a:cubicBezTo>
                  <a:pt x="9608" y="18862"/>
                  <a:pt x="9707" y="18822"/>
                  <a:pt x="9745" y="18889"/>
                </a:cubicBezTo>
                <a:cubicBezTo>
                  <a:pt x="9825" y="19029"/>
                  <a:pt x="10294" y="19023"/>
                  <a:pt x="10504" y="18880"/>
                </a:cubicBezTo>
                <a:cubicBezTo>
                  <a:pt x="10672" y="18767"/>
                  <a:pt x="10790" y="18792"/>
                  <a:pt x="11072" y="19012"/>
                </a:cubicBezTo>
                <a:cubicBezTo>
                  <a:pt x="11199" y="19111"/>
                  <a:pt x="11265" y="19096"/>
                  <a:pt x="11442" y="18915"/>
                </a:cubicBezTo>
                <a:lnTo>
                  <a:pt x="11655" y="18695"/>
                </a:lnTo>
                <a:lnTo>
                  <a:pt x="11820" y="18895"/>
                </a:lnTo>
                <a:cubicBezTo>
                  <a:pt x="12028" y="19145"/>
                  <a:pt x="12243" y="19144"/>
                  <a:pt x="12450" y="18895"/>
                </a:cubicBezTo>
                <a:cubicBezTo>
                  <a:pt x="12683" y="18615"/>
                  <a:pt x="12866" y="18652"/>
                  <a:pt x="13214" y="19043"/>
                </a:cubicBezTo>
                <a:cubicBezTo>
                  <a:pt x="13382" y="19231"/>
                  <a:pt x="13555" y="19383"/>
                  <a:pt x="13598" y="19383"/>
                </a:cubicBezTo>
                <a:cubicBezTo>
                  <a:pt x="13640" y="19383"/>
                  <a:pt x="13825" y="19274"/>
                  <a:pt x="14008" y="19140"/>
                </a:cubicBezTo>
                <a:cubicBezTo>
                  <a:pt x="14190" y="19005"/>
                  <a:pt x="14388" y="18895"/>
                  <a:pt x="14451" y="18895"/>
                </a:cubicBezTo>
                <a:cubicBezTo>
                  <a:pt x="14514" y="18895"/>
                  <a:pt x="14727" y="19053"/>
                  <a:pt x="14924" y="19246"/>
                </a:cubicBezTo>
                <a:lnTo>
                  <a:pt x="15281" y="19597"/>
                </a:lnTo>
                <a:lnTo>
                  <a:pt x="15552" y="19386"/>
                </a:lnTo>
                <a:cubicBezTo>
                  <a:pt x="15858" y="19149"/>
                  <a:pt x="15869" y="19153"/>
                  <a:pt x="16510" y="19743"/>
                </a:cubicBezTo>
                <a:cubicBezTo>
                  <a:pt x="16965" y="20161"/>
                  <a:pt x="16972" y="20164"/>
                  <a:pt x="17133" y="19971"/>
                </a:cubicBezTo>
                <a:cubicBezTo>
                  <a:pt x="17350" y="19710"/>
                  <a:pt x="17418" y="19724"/>
                  <a:pt x="17579" y="20063"/>
                </a:cubicBezTo>
                <a:cubicBezTo>
                  <a:pt x="17752" y="20427"/>
                  <a:pt x="18034" y="20533"/>
                  <a:pt x="18254" y="20317"/>
                </a:cubicBezTo>
                <a:cubicBezTo>
                  <a:pt x="18362" y="20210"/>
                  <a:pt x="18441" y="20191"/>
                  <a:pt x="18480" y="20260"/>
                </a:cubicBezTo>
                <a:cubicBezTo>
                  <a:pt x="18574" y="20425"/>
                  <a:pt x="19466" y="20851"/>
                  <a:pt x="19717" y="20851"/>
                </a:cubicBezTo>
                <a:cubicBezTo>
                  <a:pt x="19875" y="20851"/>
                  <a:pt x="20009" y="20955"/>
                  <a:pt x="20158" y="21194"/>
                </a:cubicBezTo>
                <a:cubicBezTo>
                  <a:pt x="20408" y="21593"/>
                  <a:pt x="20428" y="21600"/>
                  <a:pt x="20638" y="21348"/>
                </a:cubicBezTo>
                <a:cubicBezTo>
                  <a:pt x="20725" y="21243"/>
                  <a:pt x="20909" y="21130"/>
                  <a:pt x="21048" y="21097"/>
                </a:cubicBezTo>
                <a:cubicBezTo>
                  <a:pt x="21203" y="21060"/>
                  <a:pt x="21317" y="20955"/>
                  <a:pt x="21350" y="20823"/>
                </a:cubicBezTo>
                <a:cubicBezTo>
                  <a:pt x="21440" y="20456"/>
                  <a:pt x="21401" y="19449"/>
                  <a:pt x="21282" y="19089"/>
                </a:cubicBezTo>
                <a:cubicBezTo>
                  <a:pt x="21183" y="18789"/>
                  <a:pt x="21192" y="18698"/>
                  <a:pt x="21348" y="18355"/>
                </a:cubicBezTo>
                <a:cubicBezTo>
                  <a:pt x="21467" y="18094"/>
                  <a:pt x="21530" y="17787"/>
                  <a:pt x="21534" y="17510"/>
                </a:cubicBezTo>
                <a:cubicBezTo>
                  <a:pt x="21538" y="17232"/>
                  <a:pt x="21484" y="16983"/>
                  <a:pt x="21371" y="16847"/>
                </a:cubicBezTo>
                <a:cubicBezTo>
                  <a:pt x="21149" y="16581"/>
                  <a:pt x="20924" y="16585"/>
                  <a:pt x="20686" y="16861"/>
                </a:cubicBezTo>
                <a:cubicBezTo>
                  <a:pt x="20502" y="17075"/>
                  <a:pt x="20490" y="17078"/>
                  <a:pt x="20368" y="16898"/>
                </a:cubicBezTo>
                <a:cubicBezTo>
                  <a:pt x="20257" y="16734"/>
                  <a:pt x="20210" y="16729"/>
                  <a:pt x="19966" y="16839"/>
                </a:cubicBezTo>
                <a:cubicBezTo>
                  <a:pt x="19730" y="16946"/>
                  <a:pt x="19668" y="16938"/>
                  <a:pt x="19530" y="16801"/>
                </a:cubicBezTo>
                <a:cubicBezTo>
                  <a:pt x="19440" y="16713"/>
                  <a:pt x="19312" y="16644"/>
                  <a:pt x="19244" y="16644"/>
                </a:cubicBezTo>
                <a:cubicBezTo>
                  <a:pt x="19176" y="16644"/>
                  <a:pt x="18988" y="16506"/>
                  <a:pt x="18826" y="16336"/>
                </a:cubicBezTo>
                <a:cubicBezTo>
                  <a:pt x="18611" y="16109"/>
                  <a:pt x="18504" y="16053"/>
                  <a:pt x="18419" y="16127"/>
                </a:cubicBezTo>
                <a:cubicBezTo>
                  <a:pt x="18355" y="16182"/>
                  <a:pt x="18164" y="16248"/>
                  <a:pt x="17997" y="16273"/>
                </a:cubicBezTo>
                <a:cubicBezTo>
                  <a:pt x="17721" y="16315"/>
                  <a:pt x="17666" y="16280"/>
                  <a:pt x="17419" y="15899"/>
                </a:cubicBezTo>
                <a:lnTo>
                  <a:pt x="17148" y="15476"/>
                </a:lnTo>
                <a:lnTo>
                  <a:pt x="16765" y="15722"/>
                </a:lnTo>
                <a:lnTo>
                  <a:pt x="16379" y="15967"/>
                </a:lnTo>
                <a:lnTo>
                  <a:pt x="16132" y="15628"/>
                </a:lnTo>
                <a:cubicBezTo>
                  <a:pt x="15896" y="15306"/>
                  <a:pt x="15874" y="15297"/>
                  <a:pt x="15675" y="15439"/>
                </a:cubicBezTo>
                <a:cubicBezTo>
                  <a:pt x="15504" y="15561"/>
                  <a:pt x="15438" y="15569"/>
                  <a:pt x="15326" y="15468"/>
                </a:cubicBezTo>
                <a:cubicBezTo>
                  <a:pt x="15204" y="15358"/>
                  <a:pt x="15209" y="15318"/>
                  <a:pt x="15373" y="15128"/>
                </a:cubicBezTo>
                <a:cubicBezTo>
                  <a:pt x="15475" y="15010"/>
                  <a:pt x="15597" y="14773"/>
                  <a:pt x="15641" y="14605"/>
                </a:cubicBezTo>
                <a:cubicBezTo>
                  <a:pt x="15747" y="14203"/>
                  <a:pt x="15699" y="11350"/>
                  <a:pt x="15583" y="11124"/>
                </a:cubicBezTo>
                <a:cubicBezTo>
                  <a:pt x="15533" y="11028"/>
                  <a:pt x="15338" y="10849"/>
                  <a:pt x="15145" y="10730"/>
                </a:cubicBezTo>
                <a:cubicBezTo>
                  <a:pt x="14794" y="10515"/>
                  <a:pt x="14790" y="10515"/>
                  <a:pt x="14790" y="9901"/>
                </a:cubicBezTo>
                <a:cubicBezTo>
                  <a:pt x="14790" y="9547"/>
                  <a:pt x="14837" y="9243"/>
                  <a:pt x="14898" y="9187"/>
                </a:cubicBezTo>
                <a:cubicBezTo>
                  <a:pt x="15062" y="9040"/>
                  <a:pt x="15686" y="9128"/>
                  <a:pt x="15707" y="9302"/>
                </a:cubicBezTo>
                <a:cubicBezTo>
                  <a:pt x="15717" y="9382"/>
                  <a:pt x="15751" y="9661"/>
                  <a:pt x="15783" y="9924"/>
                </a:cubicBezTo>
                <a:cubicBezTo>
                  <a:pt x="15821" y="10235"/>
                  <a:pt x="15913" y="10482"/>
                  <a:pt x="16053" y="10633"/>
                </a:cubicBezTo>
                <a:cubicBezTo>
                  <a:pt x="16255" y="10853"/>
                  <a:pt x="16329" y="10867"/>
                  <a:pt x="17393" y="10867"/>
                </a:cubicBezTo>
                <a:cubicBezTo>
                  <a:pt x="18451" y="10867"/>
                  <a:pt x="18531" y="10853"/>
                  <a:pt x="18769" y="10630"/>
                </a:cubicBezTo>
                <a:lnTo>
                  <a:pt x="19021" y="10396"/>
                </a:lnTo>
                <a:lnTo>
                  <a:pt x="19050" y="8345"/>
                </a:lnTo>
                <a:lnTo>
                  <a:pt x="19076" y="6294"/>
                </a:lnTo>
                <a:lnTo>
                  <a:pt x="18012" y="6212"/>
                </a:lnTo>
                <a:cubicBezTo>
                  <a:pt x="16376" y="6084"/>
                  <a:pt x="13567" y="6106"/>
                  <a:pt x="13327" y="6249"/>
                </a:cubicBezTo>
                <a:cubicBezTo>
                  <a:pt x="13161" y="6348"/>
                  <a:pt x="13090" y="6342"/>
                  <a:pt x="12907" y="6212"/>
                </a:cubicBezTo>
                <a:cubicBezTo>
                  <a:pt x="12723" y="6080"/>
                  <a:pt x="12505" y="6060"/>
                  <a:pt x="11623" y="6103"/>
                </a:cubicBezTo>
                <a:cubicBezTo>
                  <a:pt x="11039" y="6131"/>
                  <a:pt x="10520" y="6161"/>
                  <a:pt x="10470" y="6166"/>
                </a:cubicBezTo>
                <a:cubicBezTo>
                  <a:pt x="10421" y="6172"/>
                  <a:pt x="10186" y="6145"/>
                  <a:pt x="9950" y="6109"/>
                </a:cubicBezTo>
                <a:cubicBezTo>
                  <a:pt x="9509" y="6042"/>
                  <a:pt x="9352" y="5922"/>
                  <a:pt x="9496" y="5766"/>
                </a:cubicBezTo>
                <a:cubicBezTo>
                  <a:pt x="9541" y="5717"/>
                  <a:pt x="11203" y="5669"/>
                  <a:pt x="13217" y="5655"/>
                </a:cubicBezTo>
                <a:lnTo>
                  <a:pt x="16862" y="5632"/>
                </a:lnTo>
                <a:lnTo>
                  <a:pt x="16886" y="2816"/>
                </a:lnTo>
                <a:lnTo>
                  <a:pt x="16912" y="0"/>
                </a:lnTo>
                <a:lnTo>
                  <a:pt x="15925" y="0"/>
                </a:lnTo>
                <a:lnTo>
                  <a:pt x="14937" y="0"/>
                </a:ln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or que cheats?"/>
          <p:cNvSpPr txBox="1"/>
          <p:nvPr/>
        </p:nvSpPr>
        <p:spPr>
          <a:xfrm>
            <a:off x="693419" y="485776"/>
            <a:ext cx="10719436" cy="535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100">
                <a:solidFill>
                  <a:srgbClr val="172A2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Por que cheats?</a:t>
            </a:r>
          </a:p>
        </p:txBody>
      </p:sp>
      <p:sp>
        <p:nvSpPr>
          <p:cNvPr id="28" name="HESOYAM"/>
          <p:cNvSpPr txBox="1"/>
          <p:nvPr/>
        </p:nvSpPr>
        <p:spPr>
          <a:xfrm>
            <a:off x="660138" y="1085971"/>
            <a:ext cx="5909312" cy="980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6000">
                <a:solidFill>
                  <a:srgbClr val="165D4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HESOYAM</a:t>
            </a:r>
          </a:p>
        </p:txBody>
      </p:sp>
      <p:sp>
        <p:nvSpPr>
          <p:cNvPr id="29" name="Um vocabulário conhecido e legal…"/>
          <p:cNvSpPr txBox="1"/>
          <p:nvPr/>
        </p:nvSpPr>
        <p:spPr>
          <a:xfrm>
            <a:off x="691850" y="2013598"/>
            <a:ext cx="5242562" cy="7676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300">
                <a:solidFill>
                  <a:srgbClr val="172A25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Um vocabulário conhecido e legal</a:t>
            </a:r>
          </a:p>
          <a:p>
            <a:pPr>
              <a:defRPr sz="2300">
                <a:solidFill>
                  <a:srgbClr val="172A25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torna a linguagem fácil de entender.</a:t>
            </a:r>
          </a:p>
        </p:txBody>
      </p:sp>
      <p:sp>
        <p:nvSpPr>
          <p:cNvPr id="30" name="A implementação percorre todas as etapas: tokens, AST e execução."/>
          <p:cNvSpPr txBox="1"/>
          <p:nvPr/>
        </p:nvSpPr>
        <p:spPr>
          <a:xfrm>
            <a:off x="6320240" y="5120692"/>
            <a:ext cx="4671062" cy="1110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300">
                <a:solidFill>
                  <a:srgbClr val="172A2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 implementação percorre todas as etapas: tokens, AST e execução.</a:t>
            </a:r>
          </a:p>
        </p:txBody>
      </p:sp>
      <p:pic>
        <p:nvPicPr>
          <p:cNvPr id="31" name="Captura de Tela 2026-09-21 às 00.05.06.png" descr="Captura de Tela 2026-09-21 às 00.05.06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8850" y="3182354"/>
            <a:ext cx="5328563" cy="340436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" name="filme-colado.png" descr="filme-colad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90588" y="722535"/>
            <a:ext cx="5661826" cy="40787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72A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Uma linguagem .cj inspirada nos cheats…"/>
          <p:cNvSpPr txBox="1"/>
          <p:nvPr/>
        </p:nvSpPr>
        <p:spPr>
          <a:xfrm>
            <a:off x="427887" y="554285"/>
            <a:ext cx="10290811" cy="572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4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Por que GROVE?</a:t>
            </a:r>
          </a:p>
        </p:txBody>
      </p:sp>
      <p:sp>
        <p:nvSpPr>
          <p:cNvPr id="37" name="Uma linguagem .cj inspirada nos cheats…"/>
          <p:cNvSpPr txBox="1"/>
          <p:nvPr/>
        </p:nvSpPr>
        <p:spPr>
          <a:xfrm>
            <a:off x="427887" y="1573053"/>
            <a:ext cx="10290811" cy="1554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Grove Street é a</a:t>
            </a:r>
          </a:p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gangue do CJ (personagem principal)</a:t>
            </a:r>
          </a:p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no jogo GTA San Andreas, por isso</a:t>
            </a:r>
          </a:p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decidimos dar esse nome a linguagem</a:t>
            </a:r>
          </a:p>
        </p:txBody>
      </p:sp>
      <p:pic>
        <p:nvPicPr>
          <p:cNvPr id="38" name="Imagem" descr="Imagem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54331" y="868669"/>
            <a:ext cx="5120662" cy="512066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Nove palavras reservadas"/>
          <p:cNvSpPr txBox="1"/>
          <p:nvPr/>
        </p:nvSpPr>
        <p:spPr>
          <a:xfrm>
            <a:off x="515920" y="352651"/>
            <a:ext cx="10719436" cy="9929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100">
                <a:solidFill>
                  <a:srgbClr val="172A25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Nove palavras reservadas </a:t>
            </a:r>
          </a:p>
        </p:txBody>
      </p:sp>
      <p:pic>
        <p:nvPicPr>
          <p:cNvPr id="43" name="Captura de Tela 2026-09-21 às 12.47.18.png" descr="Captura de Tela 2026-09-21 às 12.47.18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11190" y="1042785"/>
            <a:ext cx="11083893" cy="47724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72A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unknown.png" descr="unknown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50479" y="1072944"/>
            <a:ext cx="9691042" cy="5451211"/>
          </a:xfrm>
          <a:prstGeom prst="rect">
            <a:avLst/>
          </a:prstGeom>
          <a:ln w="12700">
            <a:miter lim="400000"/>
          </a:ln>
        </p:spPr>
      </p:pic>
      <p:sp>
        <p:nvSpPr>
          <p:cNvPr id="48" name="Texto"/>
          <p:cNvSpPr txBox="1"/>
          <p:nvPr/>
        </p:nvSpPr>
        <p:spPr>
          <a:xfrm>
            <a:off x="1250479" y="-1240240"/>
            <a:ext cx="127001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defTabSz="457200">
              <a:defRPr sz="1300">
                <a:solidFill>
                  <a:srgbClr val="FFFFFF"/>
                </a:solidFill>
              </a:defRPr>
            </a:pPr>
          </a:p>
          <a:p>
            <a:pPr defTabSz="457200"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49" name="2- Analise Sintática"/>
          <p:cNvSpPr txBox="1"/>
          <p:nvPr/>
        </p:nvSpPr>
        <p:spPr>
          <a:xfrm>
            <a:off x="3573365" y="252826"/>
            <a:ext cx="5045270" cy="621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3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Python vs GROVE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filme-colado.heic" descr="filme-colado.heic"/>
          <p:cNvPicPr>
            <a:picLocks noChangeAspect="1"/>
          </p:cNvPicPr>
          <p:nvPr/>
        </p:nvPicPr>
        <p:blipFill>
          <a:blip r:embed="rId3">
            <a:extLst/>
          </a:blip>
          <a:srcRect l="0" t="16646" r="0" b="28487"/>
          <a:stretch>
            <a:fillRect/>
          </a:stretch>
        </p:blipFill>
        <p:spPr>
          <a:xfrm>
            <a:off x="2086173" y="322064"/>
            <a:ext cx="8019549" cy="62138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72A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o"/>
          <p:cNvSpPr txBox="1"/>
          <p:nvPr/>
        </p:nvSpPr>
        <p:spPr>
          <a:xfrm>
            <a:off x="1250479" y="-1240240"/>
            <a:ext cx="127001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defTabSz="457200">
              <a:defRPr sz="1300">
                <a:solidFill>
                  <a:srgbClr val="FFFFFF"/>
                </a:solidFill>
              </a:defRPr>
            </a:pPr>
          </a:p>
          <a:p>
            <a:pPr defTabSz="457200">
              <a:defRPr sz="1200">
                <a:solidFill>
                  <a:srgbClr val="FFFFFF"/>
                </a:solidFill>
              </a:defRPr>
            </a:pPr>
          </a:p>
        </p:txBody>
      </p:sp>
      <p:pic>
        <p:nvPicPr>
          <p:cNvPr id="58" name="Imagem" descr="Imagem"/>
          <p:cNvPicPr>
            <a:picLocks noChangeAspect="1"/>
          </p:cNvPicPr>
          <p:nvPr/>
        </p:nvPicPr>
        <p:blipFill>
          <a:blip r:embed="rId3">
            <a:extLst/>
          </a:blip>
          <a:srcRect l="6132" t="21666" r="7593" b="21040"/>
          <a:stretch>
            <a:fillRect/>
          </a:stretch>
        </p:blipFill>
        <p:spPr>
          <a:xfrm>
            <a:off x="7901841" y="797642"/>
            <a:ext cx="3782165" cy="2511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3" h="21585" fill="norm" stroke="1" extrusionOk="0">
                <a:moveTo>
                  <a:pt x="6684" y="0"/>
                </a:moveTo>
                <a:cubicBezTo>
                  <a:pt x="6431" y="0"/>
                  <a:pt x="6301" y="33"/>
                  <a:pt x="6157" y="157"/>
                </a:cubicBezTo>
                <a:cubicBezTo>
                  <a:pt x="6159" y="236"/>
                  <a:pt x="6126" y="281"/>
                  <a:pt x="6023" y="355"/>
                </a:cubicBezTo>
                <a:cubicBezTo>
                  <a:pt x="5990" y="379"/>
                  <a:pt x="5955" y="397"/>
                  <a:pt x="5921" y="413"/>
                </a:cubicBezTo>
                <a:cubicBezTo>
                  <a:pt x="5904" y="434"/>
                  <a:pt x="5893" y="443"/>
                  <a:pt x="5874" y="467"/>
                </a:cubicBezTo>
                <a:cubicBezTo>
                  <a:pt x="5753" y="623"/>
                  <a:pt x="5635" y="747"/>
                  <a:pt x="5544" y="825"/>
                </a:cubicBezTo>
                <a:cubicBezTo>
                  <a:pt x="5532" y="907"/>
                  <a:pt x="5495" y="966"/>
                  <a:pt x="5439" y="955"/>
                </a:cubicBezTo>
                <a:cubicBezTo>
                  <a:pt x="5379" y="943"/>
                  <a:pt x="5344" y="977"/>
                  <a:pt x="5329" y="1064"/>
                </a:cubicBezTo>
                <a:cubicBezTo>
                  <a:pt x="5314" y="1150"/>
                  <a:pt x="5285" y="1182"/>
                  <a:pt x="5240" y="1156"/>
                </a:cubicBezTo>
                <a:cubicBezTo>
                  <a:pt x="5193" y="1129"/>
                  <a:pt x="5175" y="1153"/>
                  <a:pt x="5175" y="1245"/>
                </a:cubicBezTo>
                <a:cubicBezTo>
                  <a:pt x="5175" y="1401"/>
                  <a:pt x="5138" y="1444"/>
                  <a:pt x="4919" y="1439"/>
                </a:cubicBezTo>
                <a:cubicBezTo>
                  <a:pt x="4700" y="1700"/>
                  <a:pt x="4432" y="2036"/>
                  <a:pt x="4037" y="2548"/>
                </a:cubicBezTo>
                <a:cubicBezTo>
                  <a:pt x="3992" y="2606"/>
                  <a:pt x="3899" y="2723"/>
                  <a:pt x="3844" y="2793"/>
                </a:cubicBezTo>
                <a:cubicBezTo>
                  <a:pt x="3841" y="2810"/>
                  <a:pt x="3842" y="2823"/>
                  <a:pt x="3835" y="2841"/>
                </a:cubicBezTo>
                <a:cubicBezTo>
                  <a:pt x="3813" y="2902"/>
                  <a:pt x="3768" y="2938"/>
                  <a:pt x="3722" y="2947"/>
                </a:cubicBezTo>
                <a:cubicBezTo>
                  <a:pt x="3358" y="3414"/>
                  <a:pt x="2915" y="3979"/>
                  <a:pt x="2541" y="4448"/>
                </a:cubicBezTo>
                <a:cubicBezTo>
                  <a:pt x="2200" y="4874"/>
                  <a:pt x="2041" y="5085"/>
                  <a:pt x="1839" y="5348"/>
                </a:cubicBezTo>
                <a:cubicBezTo>
                  <a:pt x="1828" y="5460"/>
                  <a:pt x="1799" y="5493"/>
                  <a:pt x="1740" y="5478"/>
                </a:cubicBezTo>
                <a:cubicBezTo>
                  <a:pt x="1671" y="5568"/>
                  <a:pt x="1531" y="5742"/>
                  <a:pt x="1477" y="5815"/>
                </a:cubicBezTo>
                <a:cubicBezTo>
                  <a:pt x="1469" y="5888"/>
                  <a:pt x="1455" y="5926"/>
                  <a:pt x="1410" y="5914"/>
                </a:cubicBezTo>
                <a:cubicBezTo>
                  <a:pt x="1388" y="5944"/>
                  <a:pt x="1374" y="5969"/>
                  <a:pt x="1355" y="5996"/>
                </a:cubicBezTo>
                <a:cubicBezTo>
                  <a:pt x="1374" y="6070"/>
                  <a:pt x="1346" y="6122"/>
                  <a:pt x="1249" y="6184"/>
                </a:cubicBezTo>
                <a:cubicBezTo>
                  <a:pt x="1234" y="6193"/>
                  <a:pt x="1225" y="6204"/>
                  <a:pt x="1213" y="6214"/>
                </a:cubicBezTo>
                <a:cubicBezTo>
                  <a:pt x="1168" y="6293"/>
                  <a:pt x="1134" y="6358"/>
                  <a:pt x="1120" y="6409"/>
                </a:cubicBezTo>
                <a:cubicBezTo>
                  <a:pt x="1103" y="6469"/>
                  <a:pt x="990" y="6646"/>
                  <a:pt x="851" y="6845"/>
                </a:cubicBezTo>
                <a:cubicBezTo>
                  <a:pt x="844" y="6859"/>
                  <a:pt x="844" y="6869"/>
                  <a:pt x="833" y="6886"/>
                </a:cubicBezTo>
                <a:cubicBezTo>
                  <a:pt x="822" y="6902"/>
                  <a:pt x="803" y="6916"/>
                  <a:pt x="787" y="6930"/>
                </a:cubicBezTo>
                <a:cubicBezTo>
                  <a:pt x="725" y="7018"/>
                  <a:pt x="671" y="7100"/>
                  <a:pt x="602" y="7190"/>
                </a:cubicBezTo>
                <a:cubicBezTo>
                  <a:pt x="343" y="7524"/>
                  <a:pt x="101" y="7870"/>
                  <a:pt x="63" y="7957"/>
                </a:cubicBezTo>
                <a:cubicBezTo>
                  <a:pt x="-35" y="8183"/>
                  <a:pt x="-20" y="8456"/>
                  <a:pt x="120" y="8868"/>
                </a:cubicBezTo>
                <a:cubicBezTo>
                  <a:pt x="255" y="9265"/>
                  <a:pt x="347" y="9374"/>
                  <a:pt x="946" y="9860"/>
                </a:cubicBezTo>
                <a:lnTo>
                  <a:pt x="1342" y="10184"/>
                </a:lnTo>
                <a:lnTo>
                  <a:pt x="1344" y="10443"/>
                </a:lnTo>
                <a:cubicBezTo>
                  <a:pt x="1346" y="10764"/>
                  <a:pt x="1383" y="10845"/>
                  <a:pt x="1679" y="11129"/>
                </a:cubicBezTo>
                <a:lnTo>
                  <a:pt x="1914" y="11351"/>
                </a:lnTo>
                <a:lnTo>
                  <a:pt x="2002" y="11944"/>
                </a:lnTo>
                <a:cubicBezTo>
                  <a:pt x="2106" y="12617"/>
                  <a:pt x="2177" y="12811"/>
                  <a:pt x="2321" y="12811"/>
                </a:cubicBezTo>
                <a:cubicBezTo>
                  <a:pt x="2533" y="12811"/>
                  <a:pt x="2598" y="12332"/>
                  <a:pt x="2439" y="11948"/>
                </a:cubicBezTo>
                <a:cubicBezTo>
                  <a:pt x="2389" y="11825"/>
                  <a:pt x="2389" y="11804"/>
                  <a:pt x="2441" y="11804"/>
                </a:cubicBezTo>
                <a:cubicBezTo>
                  <a:pt x="2475" y="11804"/>
                  <a:pt x="2518" y="11840"/>
                  <a:pt x="2536" y="11883"/>
                </a:cubicBezTo>
                <a:cubicBezTo>
                  <a:pt x="2587" y="12003"/>
                  <a:pt x="2797" y="12954"/>
                  <a:pt x="2799" y="13073"/>
                </a:cubicBezTo>
                <a:cubicBezTo>
                  <a:pt x="2800" y="13131"/>
                  <a:pt x="2849" y="13236"/>
                  <a:pt x="2910" y="13308"/>
                </a:cubicBezTo>
                <a:cubicBezTo>
                  <a:pt x="3007" y="13424"/>
                  <a:pt x="3032" y="13430"/>
                  <a:pt x="3109" y="13353"/>
                </a:cubicBezTo>
                <a:cubicBezTo>
                  <a:pt x="3223" y="13238"/>
                  <a:pt x="3238" y="13096"/>
                  <a:pt x="3161" y="12851"/>
                </a:cubicBezTo>
                <a:cubicBezTo>
                  <a:pt x="3126" y="12741"/>
                  <a:pt x="3084" y="12573"/>
                  <a:pt x="3068" y="12476"/>
                </a:cubicBezTo>
                <a:lnTo>
                  <a:pt x="3039" y="12299"/>
                </a:lnTo>
                <a:lnTo>
                  <a:pt x="3292" y="12507"/>
                </a:lnTo>
                <a:cubicBezTo>
                  <a:pt x="3431" y="12621"/>
                  <a:pt x="3635" y="12793"/>
                  <a:pt x="3745" y="12886"/>
                </a:cubicBezTo>
                <a:cubicBezTo>
                  <a:pt x="3855" y="12978"/>
                  <a:pt x="4133" y="13200"/>
                  <a:pt x="4362" y="13380"/>
                </a:cubicBezTo>
                <a:cubicBezTo>
                  <a:pt x="4592" y="13560"/>
                  <a:pt x="4826" y="13748"/>
                  <a:pt x="4883" y="13796"/>
                </a:cubicBezTo>
                <a:cubicBezTo>
                  <a:pt x="4940" y="13845"/>
                  <a:pt x="5072" y="13957"/>
                  <a:pt x="5175" y="14045"/>
                </a:cubicBezTo>
                <a:cubicBezTo>
                  <a:pt x="5278" y="14133"/>
                  <a:pt x="5470" y="14295"/>
                  <a:pt x="5602" y="14403"/>
                </a:cubicBezTo>
                <a:cubicBezTo>
                  <a:pt x="5734" y="14512"/>
                  <a:pt x="5989" y="14718"/>
                  <a:pt x="6166" y="14864"/>
                </a:cubicBezTo>
                <a:cubicBezTo>
                  <a:pt x="6343" y="15009"/>
                  <a:pt x="6645" y="15246"/>
                  <a:pt x="6840" y="15392"/>
                </a:cubicBezTo>
                <a:cubicBezTo>
                  <a:pt x="7035" y="15538"/>
                  <a:pt x="7264" y="15740"/>
                  <a:pt x="7349" y="15839"/>
                </a:cubicBezTo>
                <a:cubicBezTo>
                  <a:pt x="7435" y="15939"/>
                  <a:pt x="7600" y="16071"/>
                  <a:pt x="7716" y="16133"/>
                </a:cubicBezTo>
                <a:cubicBezTo>
                  <a:pt x="7831" y="16194"/>
                  <a:pt x="7968" y="16299"/>
                  <a:pt x="8019" y="16368"/>
                </a:cubicBezTo>
                <a:cubicBezTo>
                  <a:pt x="8134" y="16524"/>
                  <a:pt x="8563" y="16890"/>
                  <a:pt x="8630" y="16890"/>
                </a:cubicBezTo>
                <a:cubicBezTo>
                  <a:pt x="8657" y="16890"/>
                  <a:pt x="8747" y="16975"/>
                  <a:pt x="8831" y="17077"/>
                </a:cubicBezTo>
                <a:cubicBezTo>
                  <a:pt x="8916" y="17179"/>
                  <a:pt x="9110" y="17348"/>
                  <a:pt x="9263" y="17452"/>
                </a:cubicBezTo>
                <a:cubicBezTo>
                  <a:pt x="9416" y="17557"/>
                  <a:pt x="9553" y="17669"/>
                  <a:pt x="9567" y="17701"/>
                </a:cubicBezTo>
                <a:cubicBezTo>
                  <a:pt x="9604" y="17792"/>
                  <a:pt x="10115" y="18210"/>
                  <a:pt x="10189" y="18210"/>
                </a:cubicBezTo>
                <a:cubicBezTo>
                  <a:pt x="10224" y="18210"/>
                  <a:pt x="10316" y="18292"/>
                  <a:pt x="10393" y="18394"/>
                </a:cubicBezTo>
                <a:cubicBezTo>
                  <a:pt x="10469" y="18495"/>
                  <a:pt x="10672" y="18680"/>
                  <a:pt x="10843" y="18803"/>
                </a:cubicBezTo>
                <a:cubicBezTo>
                  <a:pt x="11013" y="18927"/>
                  <a:pt x="11273" y="19153"/>
                  <a:pt x="11422" y="19308"/>
                </a:cubicBezTo>
                <a:cubicBezTo>
                  <a:pt x="11571" y="19463"/>
                  <a:pt x="11724" y="19591"/>
                  <a:pt x="11762" y="19591"/>
                </a:cubicBezTo>
                <a:cubicBezTo>
                  <a:pt x="11799" y="19591"/>
                  <a:pt x="11906" y="19683"/>
                  <a:pt x="11997" y="19796"/>
                </a:cubicBezTo>
                <a:cubicBezTo>
                  <a:pt x="12088" y="19908"/>
                  <a:pt x="12222" y="20047"/>
                  <a:pt x="12293" y="20106"/>
                </a:cubicBezTo>
                <a:cubicBezTo>
                  <a:pt x="12418" y="20209"/>
                  <a:pt x="12422" y="20230"/>
                  <a:pt x="12422" y="20628"/>
                </a:cubicBezTo>
                <a:cubicBezTo>
                  <a:pt x="12422" y="21131"/>
                  <a:pt x="12508" y="21474"/>
                  <a:pt x="12630" y="21474"/>
                </a:cubicBezTo>
                <a:cubicBezTo>
                  <a:pt x="12746" y="21474"/>
                  <a:pt x="12798" y="21250"/>
                  <a:pt x="12798" y="20751"/>
                </a:cubicBezTo>
                <a:cubicBezTo>
                  <a:pt x="12798" y="20398"/>
                  <a:pt x="12808" y="20339"/>
                  <a:pt x="12891" y="20273"/>
                </a:cubicBezTo>
                <a:cubicBezTo>
                  <a:pt x="12942" y="20232"/>
                  <a:pt x="13005" y="20154"/>
                  <a:pt x="13031" y="20103"/>
                </a:cubicBezTo>
                <a:cubicBezTo>
                  <a:pt x="13071" y="20020"/>
                  <a:pt x="13093" y="20025"/>
                  <a:pt x="13198" y="20137"/>
                </a:cubicBezTo>
                <a:cubicBezTo>
                  <a:pt x="13265" y="20206"/>
                  <a:pt x="13617" y="20491"/>
                  <a:pt x="13983" y="20771"/>
                </a:cubicBezTo>
                <a:cubicBezTo>
                  <a:pt x="14350" y="21051"/>
                  <a:pt x="14745" y="21351"/>
                  <a:pt x="14859" y="21440"/>
                </a:cubicBezTo>
                <a:cubicBezTo>
                  <a:pt x="15041" y="21580"/>
                  <a:pt x="15106" y="21600"/>
                  <a:pt x="15366" y="21576"/>
                </a:cubicBezTo>
                <a:cubicBezTo>
                  <a:pt x="15840" y="21532"/>
                  <a:pt x="16028" y="21317"/>
                  <a:pt x="16887" y="19840"/>
                </a:cubicBezTo>
                <a:cubicBezTo>
                  <a:pt x="17078" y="19511"/>
                  <a:pt x="17277" y="19172"/>
                  <a:pt x="17330" y="19086"/>
                </a:cubicBezTo>
                <a:cubicBezTo>
                  <a:pt x="17539" y="18747"/>
                  <a:pt x="17765" y="18309"/>
                  <a:pt x="17801" y="18165"/>
                </a:cubicBezTo>
                <a:cubicBezTo>
                  <a:pt x="17822" y="18082"/>
                  <a:pt x="17837" y="17914"/>
                  <a:pt x="17837" y="17794"/>
                </a:cubicBezTo>
                <a:cubicBezTo>
                  <a:pt x="17837" y="17500"/>
                  <a:pt x="18098" y="17016"/>
                  <a:pt x="18256" y="17016"/>
                </a:cubicBezTo>
                <a:cubicBezTo>
                  <a:pt x="18381" y="17016"/>
                  <a:pt x="18464" y="16914"/>
                  <a:pt x="18464" y="16757"/>
                </a:cubicBezTo>
                <a:cubicBezTo>
                  <a:pt x="18464" y="16607"/>
                  <a:pt x="18617" y="16275"/>
                  <a:pt x="18873" y="15873"/>
                </a:cubicBezTo>
                <a:cubicBezTo>
                  <a:pt x="18990" y="15690"/>
                  <a:pt x="19182" y="15363"/>
                  <a:pt x="19301" y="15147"/>
                </a:cubicBezTo>
                <a:cubicBezTo>
                  <a:pt x="19502" y="14781"/>
                  <a:pt x="19530" y="14755"/>
                  <a:pt x="19690" y="14755"/>
                </a:cubicBezTo>
                <a:cubicBezTo>
                  <a:pt x="19861" y="14755"/>
                  <a:pt x="19866" y="14748"/>
                  <a:pt x="20514" y="13643"/>
                </a:cubicBezTo>
                <a:cubicBezTo>
                  <a:pt x="20873" y="13030"/>
                  <a:pt x="21203" y="12470"/>
                  <a:pt x="21247" y="12401"/>
                </a:cubicBezTo>
                <a:cubicBezTo>
                  <a:pt x="21418" y="12131"/>
                  <a:pt x="21562" y="11599"/>
                  <a:pt x="21564" y="11228"/>
                </a:cubicBezTo>
                <a:cubicBezTo>
                  <a:pt x="21565" y="10931"/>
                  <a:pt x="21543" y="10825"/>
                  <a:pt x="21439" y="10604"/>
                </a:cubicBezTo>
                <a:cubicBezTo>
                  <a:pt x="21344" y="10400"/>
                  <a:pt x="21218" y="10272"/>
                  <a:pt x="20864" y="10000"/>
                </a:cubicBezTo>
                <a:cubicBezTo>
                  <a:pt x="20835" y="9998"/>
                  <a:pt x="20809" y="10000"/>
                  <a:pt x="20760" y="9986"/>
                </a:cubicBezTo>
                <a:cubicBezTo>
                  <a:pt x="20661" y="9958"/>
                  <a:pt x="20550" y="9891"/>
                  <a:pt x="20514" y="9836"/>
                </a:cubicBezTo>
                <a:cubicBezTo>
                  <a:pt x="20472" y="9773"/>
                  <a:pt x="20473" y="9746"/>
                  <a:pt x="20498" y="9720"/>
                </a:cubicBezTo>
                <a:cubicBezTo>
                  <a:pt x="20409" y="9654"/>
                  <a:pt x="20345" y="9607"/>
                  <a:pt x="20251" y="9536"/>
                </a:cubicBezTo>
                <a:cubicBezTo>
                  <a:pt x="20208" y="9524"/>
                  <a:pt x="20164" y="9505"/>
                  <a:pt x="20129" y="9509"/>
                </a:cubicBezTo>
                <a:cubicBezTo>
                  <a:pt x="20005" y="9523"/>
                  <a:pt x="19945" y="9456"/>
                  <a:pt x="19928" y="9294"/>
                </a:cubicBezTo>
                <a:cubicBezTo>
                  <a:pt x="19800" y="9198"/>
                  <a:pt x="19727" y="9142"/>
                  <a:pt x="19602" y="9049"/>
                </a:cubicBezTo>
                <a:cubicBezTo>
                  <a:pt x="19537" y="9124"/>
                  <a:pt x="19300" y="8968"/>
                  <a:pt x="19174" y="8765"/>
                </a:cubicBezTo>
                <a:cubicBezTo>
                  <a:pt x="19162" y="8746"/>
                  <a:pt x="19159" y="8729"/>
                  <a:pt x="19149" y="8711"/>
                </a:cubicBezTo>
                <a:cubicBezTo>
                  <a:pt x="18850" y="8487"/>
                  <a:pt x="18420" y="8159"/>
                  <a:pt x="18276" y="8053"/>
                </a:cubicBezTo>
                <a:cubicBezTo>
                  <a:pt x="18237" y="8024"/>
                  <a:pt x="18202" y="7986"/>
                  <a:pt x="18163" y="7954"/>
                </a:cubicBezTo>
                <a:cubicBezTo>
                  <a:pt x="18140" y="7959"/>
                  <a:pt x="18118" y="7970"/>
                  <a:pt x="18079" y="7964"/>
                </a:cubicBezTo>
                <a:cubicBezTo>
                  <a:pt x="17963" y="7947"/>
                  <a:pt x="17941" y="7914"/>
                  <a:pt x="17930" y="7770"/>
                </a:cubicBezTo>
                <a:cubicBezTo>
                  <a:pt x="17929" y="7755"/>
                  <a:pt x="17923" y="7749"/>
                  <a:pt x="17921" y="7735"/>
                </a:cubicBezTo>
                <a:cubicBezTo>
                  <a:pt x="17857" y="7669"/>
                  <a:pt x="17793" y="7601"/>
                  <a:pt x="17765" y="7555"/>
                </a:cubicBezTo>
                <a:cubicBezTo>
                  <a:pt x="17655" y="7378"/>
                  <a:pt x="17606" y="7342"/>
                  <a:pt x="17522" y="7374"/>
                </a:cubicBezTo>
                <a:cubicBezTo>
                  <a:pt x="17400" y="7420"/>
                  <a:pt x="17021" y="7157"/>
                  <a:pt x="16932" y="6965"/>
                </a:cubicBezTo>
                <a:cubicBezTo>
                  <a:pt x="16898" y="6892"/>
                  <a:pt x="16826" y="6845"/>
                  <a:pt x="16755" y="6845"/>
                </a:cubicBezTo>
                <a:cubicBezTo>
                  <a:pt x="16628" y="6845"/>
                  <a:pt x="16326" y="6630"/>
                  <a:pt x="16140" y="6419"/>
                </a:cubicBezTo>
                <a:cubicBezTo>
                  <a:pt x="16108" y="6408"/>
                  <a:pt x="16080" y="6390"/>
                  <a:pt x="16074" y="6351"/>
                </a:cubicBezTo>
                <a:cubicBezTo>
                  <a:pt x="16009" y="6276"/>
                  <a:pt x="15926" y="6218"/>
                  <a:pt x="15882" y="6218"/>
                </a:cubicBezTo>
                <a:cubicBezTo>
                  <a:pt x="15756" y="6218"/>
                  <a:pt x="15502" y="6046"/>
                  <a:pt x="15380" y="5880"/>
                </a:cubicBezTo>
                <a:cubicBezTo>
                  <a:pt x="15322" y="5802"/>
                  <a:pt x="15182" y="5702"/>
                  <a:pt x="15067" y="5658"/>
                </a:cubicBezTo>
                <a:cubicBezTo>
                  <a:pt x="14953" y="5615"/>
                  <a:pt x="14774" y="5500"/>
                  <a:pt x="14671" y="5403"/>
                </a:cubicBezTo>
                <a:cubicBezTo>
                  <a:pt x="14568" y="5305"/>
                  <a:pt x="14437" y="5203"/>
                  <a:pt x="14379" y="5177"/>
                </a:cubicBezTo>
                <a:cubicBezTo>
                  <a:pt x="14289" y="5137"/>
                  <a:pt x="14155" y="5043"/>
                  <a:pt x="14031" y="4942"/>
                </a:cubicBezTo>
                <a:lnTo>
                  <a:pt x="13775" y="4928"/>
                </a:lnTo>
                <a:lnTo>
                  <a:pt x="13764" y="4703"/>
                </a:lnTo>
                <a:cubicBezTo>
                  <a:pt x="13763" y="4693"/>
                  <a:pt x="13762" y="4689"/>
                  <a:pt x="13762" y="4679"/>
                </a:cubicBezTo>
                <a:cubicBezTo>
                  <a:pt x="13756" y="4672"/>
                  <a:pt x="13743" y="4659"/>
                  <a:pt x="13739" y="4652"/>
                </a:cubicBezTo>
                <a:cubicBezTo>
                  <a:pt x="13693" y="4576"/>
                  <a:pt x="13609" y="4523"/>
                  <a:pt x="13540" y="4523"/>
                </a:cubicBezTo>
                <a:cubicBezTo>
                  <a:pt x="13516" y="4523"/>
                  <a:pt x="13476" y="4506"/>
                  <a:pt x="13436" y="4488"/>
                </a:cubicBezTo>
                <a:cubicBezTo>
                  <a:pt x="13397" y="4500"/>
                  <a:pt x="13366" y="4517"/>
                  <a:pt x="13350" y="4536"/>
                </a:cubicBezTo>
                <a:cubicBezTo>
                  <a:pt x="13301" y="4597"/>
                  <a:pt x="13277" y="4586"/>
                  <a:pt x="13230" y="4488"/>
                </a:cubicBezTo>
                <a:cubicBezTo>
                  <a:pt x="13210" y="4446"/>
                  <a:pt x="13199" y="4396"/>
                  <a:pt x="13196" y="4349"/>
                </a:cubicBezTo>
                <a:cubicBezTo>
                  <a:pt x="13096" y="4277"/>
                  <a:pt x="13008" y="4200"/>
                  <a:pt x="12988" y="4151"/>
                </a:cubicBezTo>
                <a:cubicBezTo>
                  <a:pt x="12974" y="4118"/>
                  <a:pt x="12854" y="4041"/>
                  <a:pt x="12723" y="3984"/>
                </a:cubicBezTo>
                <a:cubicBezTo>
                  <a:pt x="12707" y="3977"/>
                  <a:pt x="12683" y="3963"/>
                  <a:pt x="12664" y="3953"/>
                </a:cubicBezTo>
                <a:cubicBezTo>
                  <a:pt x="12511" y="3945"/>
                  <a:pt x="12431" y="3895"/>
                  <a:pt x="12424" y="3799"/>
                </a:cubicBezTo>
                <a:cubicBezTo>
                  <a:pt x="12364" y="3755"/>
                  <a:pt x="12301" y="3709"/>
                  <a:pt x="12255" y="3666"/>
                </a:cubicBezTo>
                <a:cubicBezTo>
                  <a:pt x="12128" y="3549"/>
                  <a:pt x="11991" y="3455"/>
                  <a:pt x="11949" y="3455"/>
                </a:cubicBezTo>
                <a:cubicBezTo>
                  <a:pt x="11863" y="3455"/>
                  <a:pt x="11538" y="3178"/>
                  <a:pt x="11463" y="3042"/>
                </a:cubicBezTo>
                <a:cubicBezTo>
                  <a:pt x="11456" y="3031"/>
                  <a:pt x="11443" y="3025"/>
                  <a:pt x="11433" y="3015"/>
                </a:cubicBezTo>
                <a:cubicBezTo>
                  <a:pt x="11411" y="3053"/>
                  <a:pt x="11390" y="3051"/>
                  <a:pt x="11336" y="2978"/>
                </a:cubicBezTo>
                <a:cubicBezTo>
                  <a:pt x="11332" y="2972"/>
                  <a:pt x="11329" y="2960"/>
                  <a:pt x="11325" y="2954"/>
                </a:cubicBezTo>
                <a:cubicBezTo>
                  <a:pt x="11320" y="2953"/>
                  <a:pt x="11315" y="2950"/>
                  <a:pt x="11311" y="2950"/>
                </a:cubicBezTo>
                <a:cubicBezTo>
                  <a:pt x="11196" y="2950"/>
                  <a:pt x="10923" y="2755"/>
                  <a:pt x="10727" y="2534"/>
                </a:cubicBezTo>
                <a:cubicBezTo>
                  <a:pt x="10655" y="2452"/>
                  <a:pt x="10556" y="2387"/>
                  <a:pt x="10508" y="2387"/>
                </a:cubicBezTo>
                <a:cubicBezTo>
                  <a:pt x="10400" y="2387"/>
                  <a:pt x="10194" y="2229"/>
                  <a:pt x="10035" y="2029"/>
                </a:cubicBezTo>
                <a:cubicBezTo>
                  <a:pt x="10011" y="1999"/>
                  <a:pt x="9980" y="1977"/>
                  <a:pt x="9949" y="1954"/>
                </a:cubicBezTo>
                <a:cubicBezTo>
                  <a:pt x="9947" y="1955"/>
                  <a:pt x="9946" y="1957"/>
                  <a:pt x="9945" y="1958"/>
                </a:cubicBezTo>
                <a:cubicBezTo>
                  <a:pt x="9818" y="1974"/>
                  <a:pt x="9784" y="1960"/>
                  <a:pt x="9770" y="1879"/>
                </a:cubicBezTo>
                <a:cubicBezTo>
                  <a:pt x="9695" y="1871"/>
                  <a:pt x="9559" y="1798"/>
                  <a:pt x="9449" y="1705"/>
                </a:cubicBezTo>
                <a:cubicBezTo>
                  <a:pt x="9333" y="1607"/>
                  <a:pt x="9143" y="1473"/>
                  <a:pt x="9028" y="1409"/>
                </a:cubicBezTo>
                <a:cubicBezTo>
                  <a:pt x="8914" y="1344"/>
                  <a:pt x="8736" y="1212"/>
                  <a:pt x="8634" y="1115"/>
                </a:cubicBezTo>
                <a:cubicBezTo>
                  <a:pt x="8533" y="1019"/>
                  <a:pt x="8411" y="941"/>
                  <a:pt x="8365" y="941"/>
                </a:cubicBezTo>
                <a:cubicBezTo>
                  <a:pt x="8319" y="941"/>
                  <a:pt x="8155" y="831"/>
                  <a:pt x="8001" y="692"/>
                </a:cubicBezTo>
                <a:cubicBezTo>
                  <a:pt x="7957" y="653"/>
                  <a:pt x="7920" y="623"/>
                  <a:pt x="7879" y="590"/>
                </a:cubicBezTo>
                <a:lnTo>
                  <a:pt x="7845" y="658"/>
                </a:lnTo>
                <a:lnTo>
                  <a:pt x="7815" y="539"/>
                </a:lnTo>
                <a:cubicBezTo>
                  <a:pt x="7741" y="482"/>
                  <a:pt x="7682" y="440"/>
                  <a:pt x="7664" y="440"/>
                </a:cubicBezTo>
                <a:cubicBezTo>
                  <a:pt x="7632" y="440"/>
                  <a:pt x="7453" y="339"/>
                  <a:pt x="7268" y="218"/>
                </a:cubicBezTo>
                <a:cubicBezTo>
                  <a:pt x="7007" y="48"/>
                  <a:pt x="6877" y="0"/>
                  <a:pt x="6684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59" name="Imagem" descr="Imagem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203230" y="3856045"/>
            <a:ext cx="4362318" cy="2511639"/>
          </a:xfrm>
          <a:prstGeom prst="rect">
            <a:avLst/>
          </a:prstGeom>
          <a:ln w="12700">
            <a:miter lim="400000"/>
          </a:ln>
        </p:spPr>
      </p:pic>
      <p:sp>
        <p:nvSpPr>
          <p:cNvPr id="60" name="Uma linguagem .cj inspirada nos cheats…"/>
          <p:cNvSpPr txBox="1"/>
          <p:nvPr/>
        </p:nvSpPr>
        <p:spPr>
          <a:xfrm>
            <a:off x="427887" y="554285"/>
            <a:ext cx="10290811" cy="1067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4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Implementação</a:t>
            </a:r>
          </a:p>
          <a:p>
            <a:pPr>
              <a:defRPr b="1" sz="34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em ESP32</a:t>
            </a:r>
          </a:p>
        </p:txBody>
      </p:sp>
      <p:sp>
        <p:nvSpPr>
          <p:cNvPr id="61" name="Uma linguagem .cj inspirada nos cheats…"/>
          <p:cNvSpPr txBox="1"/>
          <p:nvPr/>
        </p:nvSpPr>
        <p:spPr>
          <a:xfrm>
            <a:off x="427887" y="2292835"/>
            <a:ext cx="10290811" cy="26591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 nossa ideia é usar</a:t>
            </a:r>
          </a:p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o ESP32 pra fazer um LED</a:t>
            </a:r>
          </a:p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vermelho piscar na intensidade</a:t>
            </a:r>
          </a:p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dependendo do nível de procurado,</a:t>
            </a:r>
          </a:p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quanto mais estrelas mais rápido</a:t>
            </a:r>
          </a:p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pisca o LED tornando a </a:t>
            </a:r>
          </a:p>
          <a:p>
            <a:pPr>
              <a:defRPr sz="2500">
                <a:solidFill>
                  <a:srgbClr val="C7E7AA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experiencia imersiva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72A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o"/>
          <p:cNvSpPr txBox="1"/>
          <p:nvPr/>
        </p:nvSpPr>
        <p:spPr>
          <a:xfrm>
            <a:off x="1250479" y="-1240240"/>
            <a:ext cx="127001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defTabSz="457200">
              <a:defRPr sz="1300">
                <a:solidFill>
                  <a:srgbClr val="FFFFFF"/>
                </a:solidFill>
              </a:defRPr>
            </a:pPr>
          </a:p>
          <a:p>
            <a:pPr defTabSz="457200">
              <a:defRPr sz="1200">
                <a:solidFill>
                  <a:srgbClr val="FFFFFF"/>
                </a:solidFill>
              </a:defRPr>
            </a:pPr>
          </a:p>
        </p:txBody>
      </p:sp>
      <p:pic>
        <p:nvPicPr>
          <p:cNvPr id="66" name="filme-colado.heic" descr="filme-colado.heic"/>
          <p:cNvPicPr>
            <a:picLocks noChangeAspect="1"/>
          </p:cNvPicPr>
          <p:nvPr/>
        </p:nvPicPr>
        <p:blipFill>
          <a:blip r:embed="rId3">
            <a:extLst/>
          </a:blip>
          <a:srcRect l="0" t="5772" r="0" b="60251"/>
          <a:stretch>
            <a:fillRect/>
          </a:stretch>
        </p:blipFill>
        <p:spPr>
          <a:xfrm>
            <a:off x="635397" y="808831"/>
            <a:ext cx="10921338" cy="5240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7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Imagem" descr="Imagem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14295" y="2656820"/>
            <a:ext cx="2925617" cy="3584067"/>
          </a:xfrm>
          <a:prstGeom prst="rect">
            <a:avLst/>
          </a:prstGeom>
          <a:ln w="12700">
            <a:miter lim="400000"/>
          </a:ln>
        </p:spPr>
      </p:pic>
      <p:pic>
        <p:nvPicPr>
          <p:cNvPr id="71" name="Imagem" descr="Imagem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411755" y="2832275"/>
            <a:ext cx="6079414" cy="3419671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Por que cheats?"/>
          <p:cNvSpPr txBox="1"/>
          <p:nvPr/>
        </p:nvSpPr>
        <p:spPr>
          <a:xfrm>
            <a:off x="693419" y="485776"/>
            <a:ext cx="10719436" cy="14501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3100">
                <a:solidFill>
                  <a:srgbClr val="172A25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Futuramente…</a:t>
            </a:r>
          </a:p>
          <a:p>
            <a:pPr>
              <a:defRPr b="1" sz="3100">
                <a:solidFill>
                  <a:srgbClr val="172A25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Planejamos expandir a implementação para outros</a:t>
            </a:r>
          </a:p>
          <a:p>
            <a:pPr>
              <a:defRPr b="1" sz="3100">
                <a:solidFill>
                  <a:srgbClr val="172A25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jogos e outras funções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72A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róximos passos"/>
          <p:cNvSpPr txBox="1"/>
          <p:nvPr/>
        </p:nvSpPr>
        <p:spPr>
          <a:xfrm>
            <a:off x="693419" y="485776"/>
            <a:ext cx="10719436" cy="535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Próximos passos</a:t>
            </a:r>
          </a:p>
        </p:txBody>
      </p:sp>
      <p:sp>
        <p:nvSpPr>
          <p:cNvPr id="77" name="Análise semântica separada do interpretador"/>
          <p:cNvSpPr txBox="1"/>
          <p:nvPr/>
        </p:nvSpPr>
        <p:spPr>
          <a:xfrm>
            <a:off x="731519" y="1552575"/>
            <a:ext cx="10290811" cy="4370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solidFill>
                  <a:srgbClr val="FFFDF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Análise semântica separada do interpretador</a:t>
            </a:r>
          </a:p>
        </p:txBody>
      </p:sp>
      <p:sp>
        <p:nvSpPr>
          <p:cNvPr id="78" name="Geração de código Python a partir da AST"/>
          <p:cNvSpPr txBox="1"/>
          <p:nvPr/>
        </p:nvSpPr>
        <p:spPr>
          <a:xfrm>
            <a:off x="731519" y="2447925"/>
            <a:ext cx="10290811" cy="4370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Geração de código Python a partir da AST</a:t>
            </a:r>
          </a:p>
        </p:txBody>
      </p:sp>
      <p:sp>
        <p:nvSpPr>
          <p:cNvPr id="79" name="Execução em MicroPython no ESP32"/>
          <p:cNvSpPr txBox="1"/>
          <p:nvPr/>
        </p:nvSpPr>
        <p:spPr>
          <a:xfrm>
            <a:off x="731519" y="3343276"/>
            <a:ext cx="10290811" cy="437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Execução em MicroPython no ESP32</a:t>
            </a:r>
          </a:p>
        </p:txBody>
      </p:sp>
      <p:sp>
        <p:nvSpPr>
          <p:cNvPr id="80" name="Playground web"/>
          <p:cNvSpPr txBox="1"/>
          <p:nvPr/>
        </p:nvSpPr>
        <p:spPr>
          <a:xfrm>
            <a:off x="731519" y="4238626"/>
            <a:ext cx="10290811" cy="437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Playground web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